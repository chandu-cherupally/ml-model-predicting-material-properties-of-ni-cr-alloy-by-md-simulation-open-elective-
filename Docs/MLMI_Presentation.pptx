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869" r:id="rId4"/>
    <p:sldId id="283" r:id="rId5"/>
    <p:sldId id="262" r:id="rId6"/>
    <p:sldId id="301" r:id="rId7"/>
    <p:sldId id="302" r:id="rId8"/>
    <p:sldId id="868" r:id="rId9"/>
    <p:sldId id="858" r:id="rId10"/>
    <p:sldId id="303" r:id="rId11"/>
    <p:sldId id="304" r:id="rId12"/>
    <p:sldId id="305" r:id="rId13"/>
    <p:sldId id="306" r:id="rId14"/>
    <p:sldId id="859" r:id="rId15"/>
    <p:sldId id="860" r:id="rId16"/>
    <p:sldId id="862" r:id="rId17"/>
    <p:sldId id="870" r:id="rId18"/>
    <p:sldId id="879" r:id="rId19"/>
    <p:sldId id="876" r:id="rId20"/>
    <p:sldId id="864" r:id="rId21"/>
    <p:sldId id="865" r:id="rId22"/>
    <p:sldId id="866" r:id="rId23"/>
    <p:sldId id="8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4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450"/>
    <a:srgbClr val="942093"/>
    <a:srgbClr val="005493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C5E7C-EAE9-49B4-A783-D8C54DC83B0D}" v="49" dt="2025-10-21T08:43:41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701" y="125"/>
      </p:cViewPr>
      <p:guideLst>
        <p:guide orient="horz" pos="2228"/>
        <p:guide pos="34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Choyal" userId="67e7fb5fdf1c968c" providerId="LiveId" clId="{99AD045D-DC74-42B7-B07E-1489D6F8C909}"/>
    <pc:docChg chg="undo custSel addSld delSld modSld sldOrd">
      <pc:chgData name="Vijay Choyal" userId="67e7fb5fdf1c968c" providerId="LiveId" clId="{99AD045D-DC74-42B7-B07E-1489D6F8C909}" dt="2025-10-21T08:43:41.793" v="312"/>
      <pc:docMkLst>
        <pc:docMk/>
      </pc:docMkLst>
      <pc:sldChg chg="addSp delSp modSp mod">
        <pc:chgData name="Vijay Choyal" userId="67e7fb5fdf1c968c" providerId="LiveId" clId="{99AD045D-DC74-42B7-B07E-1489D6F8C909}" dt="2025-10-20T08:35:18.195" v="84" actId="20577"/>
        <pc:sldMkLst>
          <pc:docMk/>
          <pc:sldMk cId="1636975929" sldId="256"/>
        </pc:sldMkLst>
        <pc:spChg chg="add mod">
          <ac:chgData name="Vijay Choyal" userId="67e7fb5fdf1c968c" providerId="LiveId" clId="{99AD045D-DC74-42B7-B07E-1489D6F8C909}" dt="2025-10-20T08:34:45.276" v="59" actId="1076"/>
          <ac:spMkLst>
            <pc:docMk/>
            <pc:sldMk cId="1636975929" sldId="256"/>
            <ac:spMk id="2" creationId="{17B7370F-E6EC-A570-22A9-1F85DF285DE8}"/>
          </ac:spMkLst>
        </pc:spChg>
        <pc:spChg chg="mod">
          <ac:chgData name="Vijay Choyal" userId="67e7fb5fdf1c968c" providerId="LiveId" clId="{99AD045D-DC74-42B7-B07E-1489D6F8C909}" dt="2025-10-20T08:35:18.195" v="84" actId="20577"/>
          <ac:spMkLst>
            <pc:docMk/>
            <pc:sldMk cId="1636975929" sldId="256"/>
            <ac:spMk id="5" creationId="{0974C51F-BFA1-715A-4951-D4A3A1539224}"/>
          </ac:spMkLst>
        </pc:spChg>
        <pc:spChg chg="del mod">
          <ac:chgData name="Vijay Choyal" userId="67e7fb5fdf1c968c" providerId="LiveId" clId="{99AD045D-DC74-42B7-B07E-1489D6F8C909}" dt="2025-10-20T08:35:05.914" v="64" actId="478"/>
          <ac:spMkLst>
            <pc:docMk/>
            <pc:sldMk cId="1636975929" sldId="256"/>
            <ac:spMk id="7" creationId="{2E837806-52C6-1972-573E-3B70AA443695}"/>
          </ac:spMkLst>
        </pc:spChg>
        <pc:spChg chg="del">
          <ac:chgData name="Vijay Choyal" userId="67e7fb5fdf1c968c" providerId="LiveId" clId="{99AD045D-DC74-42B7-B07E-1489D6F8C909}" dt="2025-10-20T08:34:53.961" v="61" actId="478"/>
          <ac:spMkLst>
            <pc:docMk/>
            <pc:sldMk cId="1636975929" sldId="256"/>
            <ac:spMk id="13" creationId="{092C360D-DFA9-8029-70C9-695AB9896AB9}"/>
          </ac:spMkLst>
        </pc:spChg>
        <pc:picChg chg="mod">
          <ac:chgData name="Vijay Choyal" userId="67e7fb5fdf1c968c" providerId="LiveId" clId="{99AD045D-DC74-42B7-B07E-1489D6F8C909}" dt="2025-10-20T08:34:55.725" v="62" actId="1076"/>
          <ac:picMkLst>
            <pc:docMk/>
            <pc:sldMk cId="1636975929" sldId="256"/>
            <ac:picMk id="3" creationId="{CEC36317-27FE-3C2B-E5C7-0C35D0FF3A49}"/>
          </ac:picMkLst>
        </pc:picChg>
        <pc:picChg chg="del mod">
          <ac:chgData name="Vijay Choyal" userId="67e7fb5fdf1c968c" providerId="LiveId" clId="{99AD045D-DC74-42B7-B07E-1489D6F8C909}" dt="2025-10-20T08:34:15.338" v="2" actId="478"/>
          <ac:picMkLst>
            <pc:docMk/>
            <pc:sldMk cId="1636975929" sldId="256"/>
            <ac:picMk id="8" creationId="{7A6B8082-77BC-3C14-DD9B-72B8EDD4D4CD}"/>
          </ac:picMkLst>
        </pc:picChg>
      </pc:sldChg>
      <pc:sldChg chg="addSp delSp modSp mod modNotesTx">
        <pc:chgData name="Vijay Choyal" userId="67e7fb5fdf1c968c" providerId="LiveId" clId="{99AD045D-DC74-42B7-B07E-1489D6F8C909}" dt="2025-10-20T08:44:00.359" v="244" actId="1076"/>
        <pc:sldMkLst>
          <pc:docMk/>
          <pc:sldMk cId="1009294459" sldId="257"/>
        </pc:sldMkLst>
        <pc:spChg chg="del">
          <ac:chgData name="Vijay Choyal" userId="67e7fb5fdf1c968c" providerId="LiveId" clId="{99AD045D-DC74-42B7-B07E-1489D6F8C909}" dt="2025-10-20T08:39:49.683" v="194" actId="478"/>
          <ac:spMkLst>
            <pc:docMk/>
            <pc:sldMk cId="1009294459" sldId="257"/>
            <ac:spMk id="2" creationId="{9ED40D86-C257-78C8-2EB5-0B71A0A0FA34}"/>
          </ac:spMkLst>
        </pc:spChg>
        <pc:spChg chg="add mod">
          <ac:chgData name="Vijay Choyal" userId="67e7fb5fdf1c968c" providerId="LiveId" clId="{99AD045D-DC74-42B7-B07E-1489D6F8C909}" dt="2025-10-20T08:43:44.190" v="236"/>
          <ac:spMkLst>
            <pc:docMk/>
            <pc:sldMk cId="1009294459" sldId="257"/>
            <ac:spMk id="3" creationId="{A4360DAC-EED4-ED5D-B161-8FC19CEA4D94}"/>
          </ac:spMkLst>
        </pc:spChg>
        <pc:spChg chg="mod">
          <ac:chgData name="Vijay Choyal" userId="67e7fb5fdf1c968c" providerId="LiveId" clId="{99AD045D-DC74-42B7-B07E-1489D6F8C909}" dt="2025-10-20T08:44:00.359" v="244" actId="1076"/>
          <ac:spMkLst>
            <pc:docMk/>
            <pc:sldMk cId="1009294459" sldId="257"/>
            <ac:spMk id="4" creationId="{CECF94C6-4AF3-2D23-26BC-CFAF2C26FD1A}"/>
          </ac:spMkLst>
        </pc:spChg>
      </pc:sldChg>
      <pc:sldChg chg="addSp delSp modSp mod">
        <pc:chgData name="Vijay Choyal" userId="67e7fb5fdf1c968c" providerId="LiveId" clId="{99AD045D-DC74-42B7-B07E-1489D6F8C909}" dt="2025-10-20T08:44:33.013" v="248" actId="1076"/>
        <pc:sldMkLst>
          <pc:docMk/>
          <pc:sldMk cId="3263139777" sldId="260"/>
        </pc:sldMkLst>
        <pc:spChg chg="del">
          <ac:chgData name="Vijay Choyal" userId="67e7fb5fdf1c968c" providerId="LiveId" clId="{99AD045D-DC74-42B7-B07E-1489D6F8C909}" dt="2025-10-20T08:40:49.848" v="207" actId="478"/>
          <ac:spMkLst>
            <pc:docMk/>
            <pc:sldMk cId="3263139777" sldId="260"/>
            <ac:spMk id="2" creationId="{9ED40D86-C257-78C8-2EB5-0B71A0A0FA34}"/>
          </ac:spMkLst>
        </pc:spChg>
        <pc:spChg chg="mod">
          <ac:chgData name="Vijay Choyal" userId="67e7fb5fdf1c968c" providerId="LiveId" clId="{99AD045D-DC74-42B7-B07E-1489D6F8C909}" dt="2025-10-20T08:44:33.013" v="248" actId="1076"/>
          <ac:spMkLst>
            <pc:docMk/>
            <pc:sldMk cId="3263139777" sldId="260"/>
            <ac:spMk id="3" creationId="{458EA4BE-DC54-CDC6-F7D5-8FCB083CB5D9}"/>
          </ac:spMkLst>
        </pc:spChg>
        <pc:spChg chg="add mod">
          <ac:chgData name="Vijay Choyal" userId="67e7fb5fdf1c968c" providerId="LiveId" clId="{99AD045D-DC74-42B7-B07E-1489D6F8C909}" dt="2025-10-20T08:43:46.994" v="238"/>
          <ac:spMkLst>
            <pc:docMk/>
            <pc:sldMk cId="3263139777" sldId="260"/>
            <ac:spMk id="4" creationId="{540A483A-EE2E-F709-8BB0-C7FBE402C099}"/>
          </ac:spMkLst>
        </pc:spChg>
        <pc:picChg chg="mod">
          <ac:chgData name="Vijay Choyal" userId="67e7fb5fdf1c968c" providerId="LiveId" clId="{99AD045D-DC74-42B7-B07E-1489D6F8C909}" dt="2025-10-20T08:40:57.055" v="210" actId="1076"/>
          <ac:picMkLst>
            <pc:docMk/>
            <pc:sldMk cId="3263139777" sldId="260"/>
            <ac:picMk id="12" creationId="{9F4735B4-C597-5B2F-F40E-CCE25ECF78FB}"/>
          </ac:picMkLst>
        </pc:picChg>
      </pc:sldChg>
      <pc:sldChg chg="addSp delSp modSp mod modAnim">
        <pc:chgData name="Vijay Choyal" userId="67e7fb5fdf1c968c" providerId="LiveId" clId="{99AD045D-DC74-42B7-B07E-1489D6F8C909}" dt="2025-10-21T08:41:28.886" v="295" actId="1076"/>
        <pc:sldMkLst>
          <pc:docMk/>
          <pc:sldMk cId="3273877883" sldId="262"/>
        </pc:sldMkLst>
        <pc:spChg chg="del">
          <ac:chgData name="Vijay Choyal" userId="67e7fb5fdf1c968c" providerId="LiveId" clId="{99AD045D-DC74-42B7-B07E-1489D6F8C909}" dt="2025-10-20T08:40:39.987" v="204" actId="478"/>
          <ac:spMkLst>
            <pc:docMk/>
            <pc:sldMk cId="3273877883" sldId="262"/>
            <ac:spMk id="2" creationId="{9ED40D86-C257-78C8-2EB5-0B71A0A0FA34}"/>
          </ac:spMkLst>
        </pc:spChg>
        <pc:spChg chg="add mod">
          <ac:chgData name="Vijay Choyal" userId="67e7fb5fdf1c968c" providerId="LiveId" clId="{99AD045D-DC74-42B7-B07E-1489D6F8C909}" dt="2025-10-21T08:41:28.886" v="295" actId="1076"/>
          <ac:spMkLst>
            <pc:docMk/>
            <pc:sldMk cId="3273877883" sldId="262"/>
            <ac:spMk id="2" creationId="{C881EE09-CA16-B9A1-70E5-F4356AD44DB5}"/>
          </ac:spMkLst>
        </pc:spChg>
        <pc:spChg chg="add del mod">
          <ac:chgData name="Vijay Choyal" userId="67e7fb5fdf1c968c" providerId="LiveId" clId="{99AD045D-DC74-42B7-B07E-1489D6F8C909}" dt="2025-10-20T08:44:14.752" v="246" actId="1076"/>
          <ac:spMkLst>
            <pc:docMk/>
            <pc:sldMk cId="3273877883" sldId="262"/>
            <ac:spMk id="3" creationId="{458EA4BE-DC54-CDC6-F7D5-8FCB083CB5D9}"/>
          </ac:spMkLst>
        </pc:spChg>
        <pc:spChg chg="add mod">
          <ac:chgData name="Vijay Choyal" userId="67e7fb5fdf1c968c" providerId="LiveId" clId="{99AD045D-DC74-42B7-B07E-1489D6F8C909}" dt="2025-10-20T08:44:19.760" v="247" actId="14100"/>
          <ac:spMkLst>
            <pc:docMk/>
            <pc:sldMk cId="3273877883" sldId="262"/>
            <ac:spMk id="8" creationId="{AA146D61-1579-4996-693D-75AE65A12610}"/>
          </ac:spMkLst>
        </pc:spChg>
        <pc:spChg chg="mod">
          <ac:chgData name="Vijay Choyal" userId="67e7fb5fdf1c968c" providerId="LiveId" clId="{99AD045D-DC74-42B7-B07E-1489D6F8C909}" dt="2025-10-21T08:41:07.480" v="272" actId="1076"/>
          <ac:spMkLst>
            <pc:docMk/>
            <pc:sldMk cId="3273877883" sldId="262"/>
            <ac:spMk id="25" creationId="{3426BF22-3F2B-C623-4000-84A8D434E46B}"/>
          </ac:spMkLst>
        </pc:spChg>
      </pc:sldChg>
      <pc:sldChg chg="del">
        <pc:chgData name="Vijay Choyal" userId="67e7fb5fdf1c968c" providerId="LiveId" clId="{99AD045D-DC74-42B7-B07E-1489D6F8C909}" dt="2025-10-20T08:36:06.360" v="146" actId="47"/>
        <pc:sldMkLst>
          <pc:docMk/>
          <pc:sldMk cId="1926611831" sldId="265"/>
        </pc:sldMkLst>
      </pc:sldChg>
      <pc:sldChg chg="addSp delSp modSp mod">
        <pc:chgData name="Vijay Choyal" userId="67e7fb5fdf1c968c" providerId="LiveId" clId="{99AD045D-DC74-42B7-B07E-1489D6F8C909}" dt="2025-10-20T08:44:40.926" v="250" actId="1076"/>
        <pc:sldMkLst>
          <pc:docMk/>
          <pc:sldMk cId="245363999" sldId="266"/>
        </pc:sldMkLst>
        <pc:spChg chg="del">
          <ac:chgData name="Vijay Choyal" userId="67e7fb5fdf1c968c" providerId="LiveId" clId="{99AD045D-DC74-42B7-B07E-1489D6F8C909}" dt="2025-10-20T08:41:09.647" v="214" actId="478"/>
          <ac:spMkLst>
            <pc:docMk/>
            <pc:sldMk cId="245363999" sldId="266"/>
            <ac:spMk id="2" creationId="{9ED40D86-C257-78C8-2EB5-0B71A0A0FA34}"/>
          </ac:spMkLst>
        </pc:spChg>
        <pc:spChg chg="mod">
          <ac:chgData name="Vijay Choyal" userId="67e7fb5fdf1c968c" providerId="LiveId" clId="{99AD045D-DC74-42B7-B07E-1489D6F8C909}" dt="2025-10-20T08:44:38.363" v="249" actId="1076"/>
          <ac:spMkLst>
            <pc:docMk/>
            <pc:sldMk cId="245363999" sldId="266"/>
            <ac:spMk id="3" creationId="{458EA4BE-DC54-CDC6-F7D5-8FCB083CB5D9}"/>
          </ac:spMkLst>
        </pc:spChg>
        <pc:spChg chg="add mod">
          <ac:chgData name="Vijay Choyal" userId="67e7fb5fdf1c968c" providerId="LiveId" clId="{99AD045D-DC74-42B7-B07E-1489D6F8C909}" dt="2025-10-20T08:43:48.676" v="239"/>
          <ac:spMkLst>
            <pc:docMk/>
            <pc:sldMk cId="245363999" sldId="266"/>
            <ac:spMk id="4" creationId="{42F80432-A1EC-9776-FA8E-CFDCCC6FBC8B}"/>
          </ac:spMkLst>
        </pc:spChg>
        <pc:picChg chg="mod">
          <ac:chgData name="Vijay Choyal" userId="67e7fb5fdf1c968c" providerId="LiveId" clId="{99AD045D-DC74-42B7-B07E-1489D6F8C909}" dt="2025-10-20T08:44:40.926" v="250" actId="1076"/>
          <ac:picMkLst>
            <pc:docMk/>
            <pc:sldMk cId="245363999" sldId="266"/>
            <ac:picMk id="10" creationId="{C22257CC-F9CF-0DB6-7759-B9DBDD04E96D}"/>
          </ac:picMkLst>
        </pc:picChg>
      </pc:sldChg>
      <pc:sldChg chg="addSp delSp modSp mod modNotesTx">
        <pc:chgData name="Vijay Choyal" userId="67e7fb5fdf1c968c" providerId="LiveId" clId="{99AD045D-DC74-42B7-B07E-1489D6F8C909}" dt="2025-10-20T08:46:19.546" v="262" actId="6549"/>
        <pc:sldMkLst>
          <pc:docMk/>
          <pc:sldMk cId="506534135" sldId="267"/>
        </pc:sldMkLst>
        <pc:spChg chg="del">
          <ac:chgData name="Vijay Choyal" userId="67e7fb5fdf1c968c" providerId="LiveId" clId="{99AD045D-DC74-42B7-B07E-1489D6F8C909}" dt="2025-10-20T08:41:18.775" v="217" actId="478"/>
          <ac:spMkLst>
            <pc:docMk/>
            <pc:sldMk cId="506534135" sldId="267"/>
            <ac:spMk id="2" creationId="{9ED40D86-C257-78C8-2EB5-0B71A0A0FA34}"/>
          </ac:spMkLst>
        </pc:spChg>
        <pc:spChg chg="mod">
          <ac:chgData name="Vijay Choyal" userId="67e7fb5fdf1c968c" providerId="LiveId" clId="{99AD045D-DC74-42B7-B07E-1489D6F8C909}" dt="2025-10-20T08:44:52.294" v="253" actId="1076"/>
          <ac:spMkLst>
            <pc:docMk/>
            <pc:sldMk cId="506534135" sldId="267"/>
            <ac:spMk id="3" creationId="{458EA4BE-DC54-CDC6-F7D5-8FCB083CB5D9}"/>
          </ac:spMkLst>
        </pc:spChg>
        <pc:spChg chg="add mod">
          <ac:chgData name="Vijay Choyal" userId="67e7fb5fdf1c968c" providerId="LiveId" clId="{99AD045D-DC74-42B7-B07E-1489D6F8C909}" dt="2025-10-20T08:44:48.995" v="252" actId="14100"/>
          <ac:spMkLst>
            <pc:docMk/>
            <pc:sldMk cId="506534135" sldId="267"/>
            <ac:spMk id="4" creationId="{3511A021-B80C-6CCE-4CB4-11CAC53CA10A}"/>
          </ac:spMkLst>
        </pc:spChg>
      </pc:sldChg>
      <pc:sldChg chg="addSp delSp modSp mod delAnim modAnim">
        <pc:chgData name="Vijay Choyal" userId="67e7fb5fdf1c968c" providerId="LiveId" clId="{99AD045D-DC74-42B7-B07E-1489D6F8C909}" dt="2025-10-20T08:45:24.418" v="261" actId="1076"/>
        <pc:sldMkLst>
          <pc:docMk/>
          <pc:sldMk cId="209510958" sldId="272"/>
        </pc:sldMkLst>
        <pc:spChg chg="mod">
          <ac:chgData name="Vijay Choyal" userId="67e7fb5fdf1c968c" providerId="LiveId" clId="{99AD045D-DC74-42B7-B07E-1489D6F8C909}" dt="2025-10-20T08:45:24.418" v="261" actId="1076"/>
          <ac:spMkLst>
            <pc:docMk/>
            <pc:sldMk cId="209510958" sldId="272"/>
            <ac:spMk id="2" creationId="{9ED40D86-C257-78C8-2EB5-0B71A0A0FA34}"/>
          </ac:spMkLst>
        </pc:spChg>
        <pc:spChg chg="del">
          <ac:chgData name="Vijay Choyal" userId="67e7fb5fdf1c968c" providerId="LiveId" clId="{99AD045D-DC74-42B7-B07E-1489D6F8C909}" dt="2025-10-20T08:36:49.943" v="172" actId="478"/>
          <ac:spMkLst>
            <pc:docMk/>
            <pc:sldMk cId="209510958" sldId="272"/>
            <ac:spMk id="3" creationId="{458EA4BE-DC54-CDC6-F7D5-8FCB083CB5D9}"/>
          </ac:spMkLst>
        </pc:spChg>
        <pc:spChg chg="add mod">
          <ac:chgData name="Vijay Choyal" userId="67e7fb5fdf1c968c" providerId="LiveId" clId="{99AD045D-DC74-42B7-B07E-1489D6F8C909}" dt="2025-10-20T08:43:54.814" v="243"/>
          <ac:spMkLst>
            <pc:docMk/>
            <pc:sldMk cId="209510958" sldId="272"/>
            <ac:spMk id="3" creationId="{958BDDA0-BD8A-4651-245B-0E7D7529497F}"/>
          </ac:spMkLst>
        </pc:spChg>
        <pc:spChg chg="del">
          <ac:chgData name="Vijay Choyal" userId="67e7fb5fdf1c968c" providerId="LiveId" clId="{99AD045D-DC74-42B7-B07E-1489D6F8C909}" dt="2025-10-20T08:36:47.693" v="171" actId="478"/>
          <ac:spMkLst>
            <pc:docMk/>
            <pc:sldMk cId="209510958" sldId="272"/>
            <ac:spMk id="14" creationId="{1B1CC469-01FB-156A-F127-AA34E985DEA0}"/>
          </ac:spMkLst>
        </pc:spChg>
        <pc:spChg chg="mod">
          <ac:chgData name="Vijay Choyal" userId="67e7fb5fdf1c968c" providerId="LiveId" clId="{99AD045D-DC74-42B7-B07E-1489D6F8C909}" dt="2025-10-20T08:45:22.051" v="260" actId="1076"/>
          <ac:spMkLst>
            <pc:docMk/>
            <pc:sldMk cId="209510958" sldId="272"/>
            <ac:spMk id="23" creationId="{D76D7AEE-AA25-56DC-AE35-173C228719B5}"/>
          </ac:spMkLst>
        </pc:spChg>
        <pc:picChg chg="del">
          <ac:chgData name="Vijay Choyal" userId="67e7fb5fdf1c968c" providerId="LiveId" clId="{99AD045D-DC74-42B7-B07E-1489D6F8C909}" dt="2025-10-20T08:36:46.132" v="170" actId="478"/>
          <ac:picMkLst>
            <pc:docMk/>
            <pc:sldMk cId="209510958" sldId="272"/>
            <ac:picMk id="10" creationId="{A516206C-44BF-D516-68D7-EE93EBD16DC2}"/>
          </ac:picMkLst>
        </pc:picChg>
        <pc:picChg chg="del">
          <ac:chgData name="Vijay Choyal" userId="67e7fb5fdf1c968c" providerId="LiveId" clId="{99AD045D-DC74-42B7-B07E-1489D6F8C909}" dt="2025-10-20T08:36:40.788" v="167" actId="478"/>
          <ac:picMkLst>
            <pc:docMk/>
            <pc:sldMk cId="209510958" sldId="272"/>
            <ac:picMk id="5122" creationId="{0ADB0995-D084-6CA1-85DF-BAF13B6705EC}"/>
          </ac:picMkLst>
        </pc:picChg>
        <pc:picChg chg="del">
          <ac:chgData name="Vijay Choyal" userId="67e7fb5fdf1c968c" providerId="LiveId" clId="{99AD045D-DC74-42B7-B07E-1489D6F8C909}" dt="2025-10-20T08:36:41.493" v="168" actId="478"/>
          <ac:picMkLst>
            <pc:docMk/>
            <pc:sldMk cId="209510958" sldId="272"/>
            <ac:picMk id="5124" creationId="{BF6077EE-D240-730A-0D4B-896057F652A9}"/>
          </ac:picMkLst>
        </pc:picChg>
        <pc:picChg chg="mod">
          <ac:chgData name="Vijay Choyal" userId="67e7fb5fdf1c968c" providerId="LiveId" clId="{99AD045D-DC74-42B7-B07E-1489D6F8C909}" dt="2025-10-20T08:43:36.806" v="235" actId="1076"/>
          <ac:picMkLst>
            <pc:docMk/>
            <pc:sldMk cId="209510958" sldId="272"/>
            <ac:picMk id="5126" creationId="{6B4A195D-910E-1658-013C-054C0F0E3BFA}"/>
          </ac:picMkLst>
        </pc:picChg>
        <pc:cxnChg chg="del mod">
          <ac:chgData name="Vijay Choyal" userId="67e7fb5fdf1c968c" providerId="LiveId" clId="{99AD045D-DC74-42B7-B07E-1489D6F8C909}" dt="2025-10-20T08:36:52.660" v="174" actId="478"/>
          <ac:cxnSpMkLst>
            <pc:docMk/>
            <pc:sldMk cId="209510958" sldId="272"/>
            <ac:cxnSpMk id="24" creationId="{20992348-881C-F43C-1ADB-D34DE383611E}"/>
          </ac:cxnSpMkLst>
        </pc:cxnChg>
      </pc:sldChg>
      <pc:sldChg chg="del">
        <pc:chgData name="Vijay Choyal" userId="67e7fb5fdf1c968c" providerId="LiveId" clId="{99AD045D-DC74-42B7-B07E-1489D6F8C909}" dt="2025-10-20T08:36:07.485" v="147" actId="47"/>
        <pc:sldMkLst>
          <pc:docMk/>
          <pc:sldMk cId="10628738" sldId="273"/>
        </pc:sldMkLst>
      </pc:sldChg>
      <pc:sldChg chg="addSp delSp modSp mod">
        <pc:chgData name="Vijay Choyal" userId="67e7fb5fdf1c968c" providerId="LiveId" clId="{99AD045D-DC74-42B7-B07E-1489D6F8C909}" dt="2025-10-20T08:44:09.231" v="245"/>
        <pc:sldMkLst>
          <pc:docMk/>
          <pc:sldMk cId="496587764" sldId="283"/>
        </pc:sldMkLst>
        <pc:spChg chg="add mod">
          <ac:chgData name="Vijay Choyal" userId="67e7fb5fdf1c968c" providerId="LiveId" clId="{99AD045D-DC74-42B7-B07E-1489D6F8C909}" dt="2025-10-20T08:44:09.231" v="245"/>
          <ac:spMkLst>
            <pc:docMk/>
            <pc:sldMk cId="496587764" sldId="283"/>
            <ac:spMk id="3" creationId="{D3996511-9945-5BD1-D6F9-8831495ED864}"/>
          </ac:spMkLst>
        </pc:spChg>
        <pc:spChg chg="add del mod">
          <ac:chgData name="Vijay Choyal" userId="67e7fb5fdf1c968c" providerId="LiveId" clId="{99AD045D-DC74-42B7-B07E-1489D6F8C909}" dt="2025-10-20T08:40:15.170" v="199" actId="1076"/>
          <ac:spMkLst>
            <pc:docMk/>
            <pc:sldMk cId="496587764" sldId="283"/>
            <ac:spMk id="4" creationId="{D34F94E4-92B5-DE9A-8934-7B6C549F0380}"/>
          </ac:spMkLst>
        </pc:spChg>
      </pc:sldChg>
      <pc:sldChg chg="modSp add mod">
        <pc:chgData name="Vijay Choyal" userId="67e7fb5fdf1c968c" providerId="LiveId" clId="{99AD045D-DC74-42B7-B07E-1489D6F8C909}" dt="2025-10-21T08:42:12.367" v="311" actId="1076"/>
        <pc:sldMkLst>
          <pc:docMk/>
          <pc:sldMk cId="1273976913" sldId="301"/>
        </pc:sldMkLst>
        <pc:spChg chg="mod">
          <ac:chgData name="Vijay Choyal" userId="67e7fb5fdf1c968c" providerId="LiveId" clId="{99AD045D-DC74-42B7-B07E-1489D6F8C909}" dt="2025-10-21T08:42:01.808" v="306" actId="1076"/>
          <ac:spMkLst>
            <pc:docMk/>
            <pc:sldMk cId="1273976913" sldId="301"/>
            <ac:spMk id="3" creationId="{280052CF-EC76-7693-92D6-A8EEB8398770}"/>
          </ac:spMkLst>
        </pc:spChg>
        <pc:spChg chg="mod">
          <ac:chgData name="Vijay Choyal" userId="67e7fb5fdf1c968c" providerId="LiveId" clId="{99AD045D-DC74-42B7-B07E-1489D6F8C909}" dt="2025-10-21T08:42:12.367" v="311" actId="1076"/>
          <ac:spMkLst>
            <pc:docMk/>
            <pc:sldMk cId="1273976913" sldId="301"/>
            <ac:spMk id="4" creationId="{D1337774-176D-1C6C-FA51-E4FFC772BAAC}"/>
          </ac:spMkLst>
        </pc:spChg>
        <pc:spChg chg="mod">
          <ac:chgData name="Vijay Choyal" userId="67e7fb5fdf1c968c" providerId="LiveId" clId="{99AD045D-DC74-42B7-B07E-1489D6F8C909}" dt="2025-10-21T08:40:52.531" v="267" actId="255"/>
          <ac:spMkLst>
            <pc:docMk/>
            <pc:sldMk cId="1273976913" sldId="301"/>
            <ac:spMk id="6" creationId="{64B3FCB7-EE7A-4D1D-FEC8-D0BBC0DA7DC9}"/>
          </ac:spMkLst>
        </pc:spChg>
        <pc:spChg chg="mod">
          <ac:chgData name="Vijay Choyal" userId="67e7fb5fdf1c968c" providerId="LiveId" clId="{99AD045D-DC74-42B7-B07E-1489D6F8C909}" dt="2025-10-21T08:41:38.176" v="297" actId="1076"/>
          <ac:spMkLst>
            <pc:docMk/>
            <pc:sldMk cId="1273976913" sldId="301"/>
            <ac:spMk id="7" creationId="{6D82ABD2-02DE-5FB9-81D2-1E00553DE341}"/>
          </ac:spMkLst>
        </pc:spChg>
        <pc:spChg chg="mod">
          <ac:chgData name="Vijay Choyal" userId="67e7fb5fdf1c968c" providerId="LiveId" clId="{99AD045D-DC74-42B7-B07E-1489D6F8C909}" dt="2025-10-21T08:41:42.669" v="298" actId="255"/>
          <ac:spMkLst>
            <pc:docMk/>
            <pc:sldMk cId="1273976913" sldId="301"/>
            <ac:spMk id="8" creationId="{CF6B1770-29CA-58B1-9374-064231539B7F}"/>
          </ac:spMkLst>
        </pc:spChg>
        <pc:spChg chg="mod">
          <ac:chgData name="Vijay Choyal" userId="67e7fb5fdf1c968c" providerId="LiveId" clId="{99AD045D-DC74-42B7-B07E-1489D6F8C909}" dt="2025-10-21T08:41:51.608" v="302" actId="404"/>
          <ac:spMkLst>
            <pc:docMk/>
            <pc:sldMk cId="1273976913" sldId="301"/>
            <ac:spMk id="11" creationId="{E76C13EF-4568-EFBF-E20D-CDA4898729DB}"/>
          </ac:spMkLst>
        </pc:spChg>
        <pc:spChg chg="mod">
          <ac:chgData name="Vijay Choyal" userId="67e7fb5fdf1c968c" providerId="LiveId" clId="{99AD045D-DC74-42B7-B07E-1489D6F8C909}" dt="2025-10-21T08:41:59.757" v="305" actId="1076"/>
          <ac:spMkLst>
            <pc:docMk/>
            <pc:sldMk cId="1273976913" sldId="301"/>
            <ac:spMk id="13" creationId="{FA029933-EEE9-14EA-D2C0-4CA4880F42E5}"/>
          </ac:spMkLst>
        </pc:spChg>
      </pc:sldChg>
      <pc:sldChg chg="add">
        <pc:chgData name="Vijay Choyal" userId="67e7fb5fdf1c968c" providerId="LiveId" clId="{99AD045D-DC74-42B7-B07E-1489D6F8C909}" dt="2025-10-21T08:40:40.535" v="266"/>
        <pc:sldMkLst>
          <pc:docMk/>
          <pc:sldMk cId="3445118133" sldId="302"/>
        </pc:sldMkLst>
      </pc:sldChg>
      <pc:sldChg chg="add">
        <pc:chgData name="Vijay Choyal" userId="67e7fb5fdf1c968c" providerId="LiveId" clId="{99AD045D-DC74-42B7-B07E-1489D6F8C909}" dt="2025-10-21T08:40:40.535" v="266"/>
        <pc:sldMkLst>
          <pc:docMk/>
          <pc:sldMk cId="2203659371" sldId="303"/>
        </pc:sldMkLst>
      </pc:sldChg>
      <pc:sldChg chg="add">
        <pc:chgData name="Vijay Choyal" userId="67e7fb5fdf1c968c" providerId="LiveId" clId="{99AD045D-DC74-42B7-B07E-1489D6F8C909}" dt="2025-10-21T08:40:40.535" v="266"/>
        <pc:sldMkLst>
          <pc:docMk/>
          <pc:sldMk cId="1696007103" sldId="304"/>
        </pc:sldMkLst>
      </pc:sldChg>
      <pc:sldChg chg="add">
        <pc:chgData name="Vijay Choyal" userId="67e7fb5fdf1c968c" providerId="LiveId" clId="{99AD045D-DC74-42B7-B07E-1489D6F8C909}" dt="2025-10-21T08:40:40.535" v="266"/>
        <pc:sldMkLst>
          <pc:docMk/>
          <pc:sldMk cId="2675156641" sldId="305"/>
        </pc:sldMkLst>
      </pc:sldChg>
      <pc:sldChg chg="add">
        <pc:chgData name="Vijay Choyal" userId="67e7fb5fdf1c968c" providerId="LiveId" clId="{99AD045D-DC74-42B7-B07E-1489D6F8C909}" dt="2025-10-21T08:40:40.535" v="266"/>
        <pc:sldMkLst>
          <pc:docMk/>
          <pc:sldMk cId="2525059789" sldId="306"/>
        </pc:sldMkLst>
      </pc:sldChg>
      <pc:sldChg chg="del">
        <pc:chgData name="Vijay Choyal" userId="67e7fb5fdf1c968c" providerId="LiveId" clId="{99AD045D-DC74-42B7-B07E-1489D6F8C909}" dt="2025-10-20T08:35:52.380" v="144" actId="47"/>
        <pc:sldMkLst>
          <pc:docMk/>
          <pc:sldMk cId="778822771" sldId="309"/>
        </pc:sldMkLst>
      </pc:sldChg>
      <pc:sldChg chg="del">
        <pc:chgData name="Vijay Choyal" userId="67e7fb5fdf1c968c" providerId="LiveId" clId="{99AD045D-DC74-42B7-B07E-1489D6F8C909}" dt="2025-10-20T08:35:53.609" v="145" actId="47"/>
        <pc:sldMkLst>
          <pc:docMk/>
          <pc:sldMk cId="757849448" sldId="311"/>
        </pc:sldMkLst>
      </pc:sldChg>
      <pc:sldChg chg="del">
        <pc:chgData name="Vijay Choyal" userId="67e7fb5fdf1c968c" providerId="LiveId" clId="{99AD045D-DC74-42B7-B07E-1489D6F8C909}" dt="2025-10-20T08:35:48.245" v="143" actId="47"/>
        <pc:sldMkLst>
          <pc:docMk/>
          <pc:sldMk cId="2968182558" sldId="316"/>
        </pc:sldMkLst>
      </pc:sldChg>
      <pc:sldChg chg="addSp modSp mod">
        <pc:chgData name="Vijay Choyal" userId="67e7fb5fdf1c968c" providerId="LiveId" clId="{99AD045D-DC74-42B7-B07E-1489D6F8C909}" dt="2025-10-20T08:44:58.196" v="254" actId="1076"/>
        <pc:sldMkLst>
          <pc:docMk/>
          <pc:sldMk cId="1510639887" sldId="317"/>
        </pc:sldMkLst>
        <pc:spChg chg="add mod">
          <ac:chgData name="Vijay Choyal" userId="67e7fb5fdf1c968c" providerId="LiveId" clId="{99AD045D-DC74-42B7-B07E-1489D6F8C909}" dt="2025-10-20T08:43:51.699" v="241"/>
          <ac:spMkLst>
            <pc:docMk/>
            <pc:sldMk cId="1510639887" sldId="317"/>
            <ac:spMk id="4" creationId="{A8142D2E-5D40-0EC8-8322-0B1081CD1D10}"/>
          </ac:spMkLst>
        </pc:spChg>
        <pc:spChg chg="mod">
          <ac:chgData name="Vijay Choyal" userId="67e7fb5fdf1c968c" providerId="LiveId" clId="{99AD045D-DC74-42B7-B07E-1489D6F8C909}" dt="2025-10-20T08:44:58.196" v="254" actId="1076"/>
          <ac:spMkLst>
            <pc:docMk/>
            <pc:sldMk cId="1510639887" sldId="317"/>
            <ac:spMk id="10" creationId="{AD756348-105B-C74A-E5DD-7AD3FDA9BE6D}"/>
          </ac:spMkLst>
        </pc:spChg>
      </pc:sldChg>
      <pc:sldChg chg="addSp modSp mod">
        <pc:chgData name="Vijay Choyal" userId="67e7fb5fdf1c968c" providerId="LiveId" clId="{99AD045D-DC74-42B7-B07E-1489D6F8C909}" dt="2025-10-20T08:45:15.786" v="259" actId="1076"/>
        <pc:sldMkLst>
          <pc:docMk/>
          <pc:sldMk cId="2933121947" sldId="318"/>
        </pc:sldMkLst>
        <pc:spChg chg="mod">
          <ac:chgData name="Vijay Choyal" userId="67e7fb5fdf1c968c" providerId="LiveId" clId="{99AD045D-DC74-42B7-B07E-1489D6F8C909}" dt="2025-10-20T08:45:03.633" v="255" actId="1076"/>
          <ac:spMkLst>
            <pc:docMk/>
            <pc:sldMk cId="2933121947" sldId="318"/>
            <ac:spMk id="5" creationId="{B89EF414-FE29-78BD-8650-75D6951C493B}"/>
          </ac:spMkLst>
        </pc:spChg>
        <pc:spChg chg="add mod">
          <ac:chgData name="Vijay Choyal" userId="67e7fb5fdf1c968c" providerId="LiveId" clId="{99AD045D-DC74-42B7-B07E-1489D6F8C909}" dt="2025-10-20T08:43:53.257" v="242"/>
          <ac:spMkLst>
            <pc:docMk/>
            <pc:sldMk cId="2933121947" sldId="318"/>
            <ac:spMk id="6" creationId="{928B9DE7-18C8-01C7-B944-B8F27282C54D}"/>
          </ac:spMkLst>
        </pc:spChg>
        <pc:spChg chg="mod">
          <ac:chgData name="Vijay Choyal" userId="67e7fb5fdf1c968c" providerId="LiveId" clId="{99AD045D-DC74-42B7-B07E-1489D6F8C909}" dt="2025-10-20T08:45:15.786" v="259" actId="1076"/>
          <ac:spMkLst>
            <pc:docMk/>
            <pc:sldMk cId="2933121947" sldId="318"/>
            <ac:spMk id="9" creationId="{5BC70012-680F-4A9F-4699-B62A0D3E8D5A}"/>
          </ac:spMkLst>
        </pc:spChg>
        <pc:spChg chg="mod">
          <ac:chgData name="Vijay Choyal" userId="67e7fb5fdf1c968c" providerId="LiveId" clId="{99AD045D-DC74-42B7-B07E-1489D6F8C909}" dt="2025-10-20T08:45:06.771" v="256" actId="1076"/>
          <ac:spMkLst>
            <pc:docMk/>
            <pc:sldMk cId="2933121947" sldId="318"/>
            <ac:spMk id="10" creationId="{A3A37D64-27CD-549F-7D72-776B15B59CC9}"/>
          </ac:spMkLst>
        </pc:spChg>
        <pc:picChg chg="mod">
          <ac:chgData name="Vijay Choyal" userId="67e7fb5fdf1c968c" providerId="LiveId" clId="{99AD045D-DC74-42B7-B07E-1489D6F8C909}" dt="2025-10-20T08:45:08.007" v="257" actId="1076"/>
          <ac:picMkLst>
            <pc:docMk/>
            <pc:sldMk cId="2933121947" sldId="318"/>
            <ac:picMk id="3" creationId="{69AA7E55-64D8-69F2-B5BE-5372D18DA441}"/>
          </ac:picMkLst>
        </pc:picChg>
        <pc:picChg chg="mod">
          <ac:chgData name="Vijay Choyal" userId="67e7fb5fdf1c968c" providerId="LiveId" clId="{99AD045D-DC74-42B7-B07E-1489D6F8C909}" dt="2025-10-20T08:43:07.489" v="228" actId="14100"/>
          <ac:picMkLst>
            <pc:docMk/>
            <pc:sldMk cId="2933121947" sldId="318"/>
            <ac:picMk id="4" creationId="{FD32BE2E-9AF7-093F-2D53-483D1DB4E9A6}"/>
          </ac:picMkLst>
        </pc:picChg>
        <pc:picChg chg="mod">
          <ac:chgData name="Vijay Choyal" userId="67e7fb5fdf1c968c" providerId="LiveId" clId="{99AD045D-DC74-42B7-B07E-1489D6F8C909}" dt="2025-10-20T08:45:10.897" v="258" actId="1076"/>
          <ac:picMkLst>
            <pc:docMk/>
            <pc:sldMk cId="2933121947" sldId="318"/>
            <ac:picMk id="7" creationId="{19519DC0-5921-8C96-EA14-0516985988E3}"/>
          </ac:picMkLst>
        </pc:picChg>
      </pc:sldChg>
      <pc:sldChg chg="addSp modSp add mod ord">
        <pc:chgData name="Vijay Choyal" userId="67e7fb5fdf1c968c" providerId="LiveId" clId="{99AD045D-DC74-42B7-B07E-1489D6F8C909}" dt="2025-10-20T08:47:29.603" v="264"/>
        <pc:sldMkLst>
          <pc:docMk/>
          <pc:sldMk cId="3619942219" sldId="841"/>
        </pc:sldMkLst>
        <pc:spChg chg="mod">
          <ac:chgData name="Vijay Choyal" userId="67e7fb5fdf1c968c" providerId="LiveId" clId="{99AD045D-DC74-42B7-B07E-1489D6F8C909}" dt="2025-10-20T08:38:49.622" v="181" actId="1076"/>
          <ac:spMkLst>
            <pc:docMk/>
            <pc:sldMk cId="3619942219" sldId="841"/>
            <ac:spMk id="4" creationId="{024D9701-0C4B-31AA-DED3-FF3E92A83521}"/>
          </ac:spMkLst>
        </pc:spChg>
        <pc:spChg chg="mod">
          <ac:chgData name="Vijay Choyal" userId="67e7fb5fdf1c968c" providerId="LiveId" clId="{99AD045D-DC74-42B7-B07E-1489D6F8C909}" dt="2025-10-20T08:38:49.622" v="181" actId="1076"/>
          <ac:spMkLst>
            <pc:docMk/>
            <pc:sldMk cId="3619942219" sldId="841"/>
            <ac:spMk id="5" creationId="{2B6E0BDE-8F96-CFAF-9A4A-9E5EA3F34677}"/>
          </ac:spMkLst>
        </pc:spChg>
        <pc:spChg chg="mod">
          <ac:chgData name="Vijay Choyal" userId="67e7fb5fdf1c968c" providerId="LiveId" clId="{99AD045D-DC74-42B7-B07E-1489D6F8C909}" dt="2025-10-20T08:38:49.622" v="181" actId="1076"/>
          <ac:spMkLst>
            <pc:docMk/>
            <pc:sldMk cId="3619942219" sldId="841"/>
            <ac:spMk id="6" creationId="{7D260356-DA16-08AF-2067-4387386D9DC0}"/>
          </ac:spMkLst>
        </pc:spChg>
        <pc:spChg chg="mod">
          <ac:chgData name="Vijay Choyal" userId="67e7fb5fdf1c968c" providerId="LiveId" clId="{99AD045D-DC74-42B7-B07E-1489D6F8C909}" dt="2025-10-20T08:38:49.622" v="181" actId="1076"/>
          <ac:spMkLst>
            <pc:docMk/>
            <pc:sldMk cId="3619942219" sldId="841"/>
            <ac:spMk id="7" creationId="{C9F93DF7-E4E3-974D-7466-1C67BE0AE4CA}"/>
          </ac:spMkLst>
        </pc:spChg>
        <pc:spChg chg="add mod">
          <ac:chgData name="Vijay Choyal" userId="67e7fb5fdf1c968c" providerId="LiveId" clId="{99AD045D-DC74-42B7-B07E-1489D6F8C909}" dt="2025-10-20T08:39:16.424" v="189" actId="14100"/>
          <ac:spMkLst>
            <pc:docMk/>
            <pc:sldMk cId="3619942219" sldId="841"/>
            <ac:spMk id="8" creationId="{2B51FED1-CEEC-9A1F-C395-C835761015CD}"/>
          </ac:spMkLst>
        </pc:spChg>
        <pc:spChg chg="mod ord">
          <ac:chgData name="Vijay Choyal" userId="67e7fb5fdf1c968c" providerId="LiveId" clId="{99AD045D-DC74-42B7-B07E-1489D6F8C909}" dt="2025-10-20T08:39:18.308" v="190" actId="1076"/>
          <ac:spMkLst>
            <pc:docMk/>
            <pc:sldMk cId="3619942219" sldId="841"/>
            <ac:spMk id="20" creationId="{7EE6BC42-5A34-CDF9-C3BB-A991B9250A2B}"/>
          </ac:spMkLst>
        </pc:spChg>
        <pc:inkChg chg="mod">
          <ac:chgData name="Vijay Choyal" userId="67e7fb5fdf1c968c" providerId="LiveId" clId="{99AD045D-DC74-42B7-B07E-1489D6F8C909}" dt="2025-10-20T08:38:49.622" v="181" actId="1076"/>
          <ac:inkMkLst>
            <pc:docMk/>
            <pc:sldMk cId="3619942219" sldId="841"/>
            <ac:inkMk id="3" creationId="{63F7028E-29DE-1776-35DD-BF25369042A2}"/>
          </ac:inkMkLst>
        </pc:inkChg>
        <pc:cxnChg chg="add mod">
          <ac:chgData name="Vijay Choyal" userId="67e7fb5fdf1c968c" providerId="LiveId" clId="{99AD045D-DC74-42B7-B07E-1489D6F8C909}" dt="2025-10-20T08:38:40.014" v="180"/>
          <ac:cxnSpMkLst>
            <pc:docMk/>
            <pc:sldMk cId="3619942219" sldId="841"/>
            <ac:cxnSpMk id="9" creationId="{118D7241-54C4-ABD5-DC6E-19C776352B5E}"/>
          </ac:cxnSpMkLst>
        </pc:cxnChg>
      </pc:sldChg>
      <pc:sldChg chg="add">
        <pc:chgData name="Vijay Choyal" userId="67e7fb5fdf1c968c" providerId="LiveId" clId="{99AD045D-DC74-42B7-B07E-1489D6F8C909}" dt="2025-10-21T08:43:41.793" v="312"/>
        <pc:sldMkLst>
          <pc:docMk/>
          <pc:sldMk cId="1364223734" sldId="857"/>
        </pc:sldMkLst>
      </pc:sldChg>
    </pc:docChg>
  </pc:docChgLst>
  <pc:docChgLst>
    <pc:chgData name="Dr. Vijay Choyal" userId="fe3239f977029163" providerId="LiveId" clId="{568B2714-8D46-44B5-AE60-2D8D954E8EE4}"/>
    <pc:docChg chg="undo custSel addSld delSld modSld">
      <pc:chgData name="Dr. Vijay Choyal" userId="fe3239f977029163" providerId="LiveId" clId="{568B2714-8D46-44B5-AE60-2D8D954E8EE4}" dt="2025-05-30T16:03:17.764" v="1186"/>
      <pc:docMkLst>
        <pc:docMk/>
      </pc:docMkLst>
      <pc:sldChg chg="addSp delSp modSp mod modNotesTx">
        <pc:chgData name="Dr. Vijay Choyal" userId="fe3239f977029163" providerId="LiveId" clId="{568B2714-8D46-44B5-AE60-2D8D954E8EE4}" dt="2025-05-30T15:57:40.726" v="1156" actId="6549"/>
        <pc:sldMkLst>
          <pc:docMk/>
          <pc:sldMk cId="1636975929" sldId="256"/>
        </pc:sldMkLst>
      </pc:sldChg>
      <pc:sldChg chg="addSp delSp modSp mod delAnim modAnim">
        <pc:chgData name="Dr. Vijay Choyal" userId="fe3239f977029163" providerId="LiveId" clId="{568B2714-8D46-44B5-AE60-2D8D954E8EE4}" dt="2025-05-28T11:58:07.486" v="541" actId="14100"/>
        <pc:sldMkLst>
          <pc:docMk/>
          <pc:sldMk cId="1009294459" sldId="257"/>
        </pc:sldMkLst>
      </pc:sldChg>
      <pc:sldChg chg="addSp delSp modSp mod delAnim">
        <pc:chgData name="Dr. Vijay Choyal" userId="fe3239f977029163" providerId="LiveId" clId="{568B2714-8D46-44B5-AE60-2D8D954E8EE4}" dt="2025-05-27T11:24:00.724" v="185" actId="478"/>
        <pc:sldMkLst>
          <pc:docMk/>
          <pc:sldMk cId="3263139777" sldId="260"/>
        </pc:sldMkLst>
      </pc:sldChg>
      <pc:sldChg chg="del">
        <pc:chgData name="Dr. Vijay Choyal" userId="fe3239f977029163" providerId="LiveId" clId="{568B2714-8D46-44B5-AE60-2D8D954E8EE4}" dt="2025-05-29T09:59:28.753" v="1149" actId="47"/>
        <pc:sldMkLst>
          <pc:docMk/>
          <pc:sldMk cId="1861445915" sldId="263"/>
        </pc:sldMkLst>
      </pc:sldChg>
      <pc:sldChg chg="addSp delSp modSp mod">
        <pc:chgData name="Dr. Vijay Choyal" userId="fe3239f977029163" providerId="LiveId" clId="{568B2714-8D46-44B5-AE60-2D8D954E8EE4}" dt="2025-05-28T12:19:58.729" v="753" actId="313"/>
        <pc:sldMkLst>
          <pc:docMk/>
          <pc:sldMk cId="1926611831" sldId="265"/>
        </pc:sldMkLst>
      </pc:sldChg>
      <pc:sldChg chg="addSp delSp modSp mod delAnim">
        <pc:chgData name="Dr. Vijay Choyal" userId="fe3239f977029163" providerId="LiveId" clId="{568B2714-8D46-44B5-AE60-2D8D954E8EE4}" dt="2025-05-28T12:21:16.871" v="778" actId="2710"/>
        <pc:sldMkLst>
          <pc:docMk/>
          <pc:sldMk cId="245363999" sldId="266"/>
        </pc:sldMkLst>
      </pc:sldChg>
      <pc:sldChg chg="addSp delSp modSp mod delAnim">
        <pc:chgData name="Dr. Vijay Choyal" userId="fe3239f977029163" providerId="LiveId" clId="{568B2714-8D46-44B5-AE60-2D8D954E8EE4}" dt="2025-05-28T12:23:09.845" v="811" actId="20577"/>
        <pc:sldMkLst>
          <pc:docMk/>
          <pc:sldMk cId="506534135" sldId="267"/>
        </pc:sldMkLst>
      </pc:sldChg>
      <pc:sldChg chg="del">
        <pc:chgData name="Dr. Vijay Choyal" userId="fe3239f977029163" providerId="LiveId" clId="{568B2714-8D46-44B5-AE60-2D8D954E8EE4}" dt="2025-05-29T09:59:38.518" v="1153" actId="47"/>
        <pc:sldMkLst>
          <pc:docMk/>
          <pc:sldMk cId="337337734" sldId="270"/>
        </pc:sldMkLst>
      </pc:sldChg>
      <pc:sldChg chg="addSp delSp modSp mod delAnim modAnim">
        <pc:chgData name="Dr. Vijay Choyal" userId="fe3239f977029163" providerId="LiveId" clId="{568B2714-8D46-44B5-AE60-2D8D954E8EE4}" dt="2025-05-30T16:03:17.764" v="1186"/>
        <pc:sldMkLst>
          <pc:docMk/>
          <pc:sldMk cId="209510958" sldId="272"/>
        </pc:sldMkLst>
      </pc:sldChg>
      <pc:sldChg chg="del">
        <pc:chgData name="Dr. Vijay Choyal" userId="fe3239f977029163" providerId="LiveId" clId="{568B2714-8D46-44B5-AE60-2D8D954E8EE4}" dt="2025-05-29T09:59:32.120" v="1150" actId="47"/>
        <pc:sldMkLst>
          <pc:docMk/>
          <pc:sldMk cId="2826177932" sldId="274"/>
        </pc:sldMkLst>
      </pc:sldChg>
      <pc:sldChg chg="del">
        <pc:chgData name="Dr. Vijay Choyal" userId="fe3239f977029163" providerId="LiveId" clId="{568B2714-8D46-44B5-AE60-2D8D954E8EE4}" dt="2025-05-29T09:59:34.570" v="1151" actId="47"/>
        <pc:sldMkLst>
          <pc:docMk/>
          <pc:sldMk cId="2090415675" sldId="275"/>
        </pc:sldMkLst>
      </pc:sldChg>
      <pc:sldChg chg="del">
        <pc:chgData name="Dr. Vijay Choyal" userId="fe3239f977029163" providerId="LiveId" clId="{568B2714-8D46-44B5-AE60-2D8D954E8EE4}" dt="2025-05-29T09:59:36.567" v="1152" actId="47"/>
        <pc:sldMkLst>
          <pc:docMk/>
          <pc:sldMk cId="1597627067" sldId="276"/>
        </pc:sldMkLst>
      </pc:sldChg>
      <pc:sldChg chg="addSp delSp modSp add mod modAnim">
        <pc:chgData name="Dr. Vijay Choyal" userId="fe3239f977029163" providerId="LiveId" clId="{568B2714-8D46-44B5-AE60-2D8D954E8EE4}" dt="2025-05-30T16:01:45.130" v="1177"/>
        <pc:sldMkLst>
          <pc:docMk/>
          <pc:sldMk cId="496587764" sldId="283"/>
        </pc:sldMkLst>
      </pc:sldChg>
      <pc:sldChg chg="addSp delSp modSp add mod">
        <pc:chgData name="Dr. Vijay Choyal" userId="fe3239f977029163" providerId="LiveId" clId="{568B2714-8D46-44B5-AE60-2D8D954E8EE4}" dt="2025-05-28T11:59:42.327" v="555" actId="1076"/>
        <pc:sldMkLst>
          <pc:docMk/>
          <pc:sldMk cId="778822771" sldId="309"/>
        </pc:sldMkLst>
      </pc:sldChg>
      <pc:sldChg chg="addSp delSp modSp add mod delAnim modAnim">
        <pc:chgData name="Dr. Vijay Choyal" userId="fe3239f977029163" providerId="LiveId" clId="{568B2714-8D46-44B5-AE60-2D8D954E8EE4}" dt="2025-05-30T16:00:39.481" v="1172" actId="1076"/>
        <pc:sldMkLst>
          <pc:docMk/>
          <pc:sldMk cId="757849448" sldId="311"/>
        </pc:sldMkLst>
      </pc:sldChg>
      <pc:sldChg chg="addSp delSp modSp add mod">
        <pc:chgData name="Dr. Vijay Choyal" userId="fe3239f977029163" providerId="LiveId" clId="{568B2714-8D46-44B5-AE60-2D8D954E8EE4}" dt="2025-05-29T10:00:42.215" v="1155" actId="14100"/>
        <pc:sldMkLst>
          <pc:docMk/>
          <pc:sldMk cId="2968182558" sldId="316"/>
        </pc:sldMkLst>
      </pc:sldChg>
      <pc:sldChg chg="addSp modSp new mod">
        <pc:chgData name="Dr. Vijay Choyal" userId="fe3239f977029163" providerId="LiveId" clId="{568B2714-8D46-44B5-AE60-2D8D954E8EE4}" dt="2025-05-29T09:56:28.687" v="1124" actId="1076"/>
        <pc:sldMkLst>
          <pc:docMk/>
          <pc:sldMk cId="1510639887" sldId="317"/>
        </pc:sldMkLst>
      </pc:sldChg>
      <pc:sldChg chg="addSp delSp modSp new mod">
        <pc:chgData name="Dr. Vijay Choyal" userId="fe3239f977029163" providerId="LiveId" clId="{568B2714-8D46-44B5-AE60-2D8D954E8EE4}" dt="2025-05-30T16:02:52.405" v="1184" actId="170"/>
        <pc:sldMkLst>
          <pc:docMk/>
          <pc:sldMk cId="2933121947" sldId="318"/>
        </pc:sldMkLst>
      </pc:sldChg>
      <pc:sldChg chg="add del">
        <pc:chgData name="Dr. Vijay Choyal" userId="fe3239f977029163" providerId="LiveId" clId="{568B2714-8D46-44B5-AE60-2D8D954E8EE4}" dt="2025-05-28T12:26:00.891" v="878"/>
        <pc:sldMkLst>
          <pc:docMk/>
          <pc:sldMk cId="1020982035" sldId="3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F4DF4-0195-D44C-96C4-BD862AF360A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98406-194B-D342-8609-3215B06A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6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8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8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4081-A2C3-959D-11D6-8AE9C0219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D3C9E-81DE-FAFA-F9D8-5432F307F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A46AD-6054-BD69-EFBA-774501546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0F3AB-03C9-8F28-4BC9-97DC9E096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34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B3788-8E71-454D-BEBB-C8AD91CB4C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F051A-5E02-8534-EF20-8EE9A992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88F7F-CA22-2B05-4301-42894B07B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286E6-F0FC-0D25-86FF-BF97261C2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458D9-0349-F9DD-4A62-F642680CD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B3788-8E71-454D-BEBB-C8AD91CB4C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26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D256-7A2D-C5F9-202A-75BB2BC5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43EA6-BAA2-EC40-82A6-F5412136A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2B5BF-69E8-BEA1-31FA-2813DC5C7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8ACC7-E1C4-68CF-FA45-EC7B2FBDD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B3788-8E71-454D-BEBB-C8AD91CB4C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51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B3788-8E71-454D-BEBB-C8AD91CB4C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08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D553-A08D-239C-F6CF-779FF0223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6A0F1-6DA9-8550-3FB5-E990A1AFE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E96A0-C393-8740-E5CB-D7219FF1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90BE-3770-7749-B933-E635DFD518FC}" type="datetime1">
              <a:rPr lang="en-IN" smtClean="0"/>
              <a:t>11-11-2025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F4898-A4E5-9CA3-D3CF-04E5C6C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00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0789-2CD7-9769-A32C-986455FF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72D54-86CF-520B-384D-ADB5A90E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D0C61-2A02-B5E0-383A-F7119560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6809D-0EEB-1749-A0D6-8C7CA51030DC}" type="datetime1">
              <a:rPr lang="en-IN" smtClean="0"/>
              <a:t>11-11-2025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13BC-2392-0C2B-E693-1EF23E95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14B667-1CB1-E388-C633-AE6E468989D8}"/>
              </a:ext>
            </a:extLst>
          </p:cNvPr>
          <p:cNvSpPr/>
          <p:nvPr userDrawn="1"/>
        </p:nvSpPr>
        <p:spPr>
          <a:xfrm>
            <a:off x="11710866" y="6388100"/>
            <a:ext cx="422030" cy="417634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9A444D6-8A72-1B8B-CFC8-9288311D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4000" y="6407150"/>
            <a:ext cx="480646" cy="365125"/>
          </a:xfr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24766C8-FE37-C242-AED9-A550D3C7D8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9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F33F-C533-9886-E1BD-710A07A74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3A1C4-6EAE-835D-E5F8-B5CA2111C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5EDC8-D060-3E1B-2E27-57C3A26B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1A18-DB2E-4340-A8A3-F43A40F63AFA}" type="datetime1">
              <a:rPr lang="en-IN" smtClean="0"/>
              <a:t>11-11-2025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C885-DBC8-E5E1-0BAE-607FC15A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A8C5F-E7D0-B419-B0EE-12FE768D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7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FF21E1F-A378-5F33-3454-0E9CD00CA721}"/>
              </a:ext>
            </a:extLst>
          </p:cNvPr>
          <p:cNvSpPr/>
          <p:nvPr userDrawn="1"/>
        </p:nvSpPr>
        <p:spPr>
          <a:xfrm>
            <a:off x="11668123" y="6405562"/>
            <a:ext cx="371475" cy="365125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2424E-1E11-BCBD-C4A0-D303635B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C2A4-7C0E-8F94-78CD-FAB6F5919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45461-BDD8-7036-FC1D-D409C5BCF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1D378-1C41-5F1C-C630-652A4033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A4AD-5BD9-1A41-9BCD-06FEC1A78D4A}" type="datetime1">
              <a:rPr lang="en-IN" smtClean="0"/>
              <a:t>11-11-2025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A0D63-D147-ABCC-456F-697CDB00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C0700-B49E-E041-6A6B-B9B11311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724" y="6405562"/>
            <a:ext cx="676275" cy="365125"/>
          </a:xfrm>
        </p:spPr>
        <p:txBody>
          <a:bodyPr/>
          <a:lstStyle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fld id="{424766C8-FE37-C242-AED9-A550D3C7D8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5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6509-6727-E68E-38DD-6332D4E5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11EC-4AEF-95BF-6091-5D794B38D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D9CF0-A20C-CD00-8419-7D70147FD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BC47B-63E3-F845-87F8-B8DC95368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F0CFC-F846-DB90-AA4F-CA700282A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C1C30-458A-930E-9F55-CF1768BE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A687-F0E8-4848-A600-D891EA72462B}" type="datetime1">
              <a:rPr lang="en-IN" smtClean="0"/>
              <a:t>11-11-2025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ADA5D-7AF2-9C43-051D-123D2599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E505F-927D-7539-9EB3-0078700E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1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05E4C-72BB-FAEA-C974-DC89E481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7D945-5F81-F8CE-0CD0-721973A8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0A0F-1063-9547-BEEB-6D9DEF241FA2}" type="datetime1">
              <a:rPr lang="en-IN" smtClean="0"/>
              <a:t>11-11-2025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96052-57B9-08F2-4BFD-EF0FDC26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2A455-2F7E-F59B-46E3-0DDEF3F5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799E8-7CAD-F5CC-AF2F-151A6BF8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9126-2844-2B4D-8BE8-C2D3B87CE1FF}" type="datetime1">
              <a:rPr lang="en-IN" smtClean="0"/>
              <a:t>11-11-2025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FEDD1-1B56-A48C-4F45-17BB06DB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911CD-C636-AFAD-9D8B-15169F66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78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8452-3A6D-CFA4-323D-2DD77500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AEBE-0E75-EC2D-6E2C-720009140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B4E37-ADD6-94BE-AD3A-E2410D82E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C3B83-DADD-6C6E-8F9F-1B8365F7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E208-90B2-D44B-9C9F-BD7B1BE91AA7}" type="datetime1">
              <a:rPr lang="en-IN" smtClean="0"/>
              <a:t>11-11-2025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24BFF-D791-4A59-1259-7031CC94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2F6E9-E9CE-F0CD-7B29-4E3269FC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6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1842-C215-EC97-13ED-FC4BC095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8ECAD-DFB8-9A1F-6DE6-28C8FDC6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8ABEA-784D-951F-C96F-E451727D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A32C6-F1F0-C646-A0FD-6DA1593D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12664-DB3F-9245-BAB2-8275C04C3794}" type="datetime1">
              <a:rPr lang="en-IN" smtClean="0"/>
              <a:t>11-11-2025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21F0C-971B-4C80-2DDF-7679C1E5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2681A-DF64-991B-1339-EB5E5E95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7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5A68-159A-7EF8-AB75-14B86C12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FF023-FCC7-B816-65B7-6F1AF23D9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FD8E-AC60-0DF4-4AFF-0A4170C3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01BA3-39C9-E645-97E5-D8540B7264E3}" type="datetime1">
              <a:rPr lang="en-IN" smtClean="0"/>
              <a:t>11-11-2025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49F4C-E476-6201-700A-44BF43FD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87BFE-3D14-AB25-890D-76E2124D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8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2DF85-52CA-C7CE-4D7F-F81A61DCD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B2EE2-CE7D-616D-CD28-2FCC0F746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4FFC-818A-56BF-C455-137ADF16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B4B17-415B-274D-A45B-51F223E841D3}" type="datetime1">
              <a:rPr lang="en-IN" smtClean="0"/>
              <a:t>11-11-2025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6BB38-12AF-1F1B-1928-2BC5BEFD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0DB3-42FD-59C9-17B7-0B4BA9FF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7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647CE-AF99-EB44-8D14-DC9D1730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5518" y="6460403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3F276-78C8-C347-B657-DCD6CAD5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4892" y="6460403"/>
            <a:ext cx="620843" cy="365125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fld id="{8FBEC28E-4BEC-434E-A174-17C0E8C4B2B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8D9D5B-90E5-1444-81A3-9D74CD4EEC25}"/>
              </a:ext>
            </a:extLst>
          </p:cNvPr>
          <p:cNvCxnSpPr>
            <a:cxnSpLocks/>
          </p:cNvCxnSpPr>
          <p:nvPr userDrawn="1"/>
        </p:nvCxnSpPr>
        <p:spPr>
          <a:xfrm>
            <a:off x="0" y="705170"/>
            <a:ext cx="12192000" cy="0"/>
          </a:xfrm>
          <a:prstGeom prst="line">
            <a:avLst/>
          </a:prstGeom>
          <a:ln w="76200">
            <a:solidFill>
              <a:srgbClr val="9416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699C8E-D860-A540-A60B-E8940192614E}"/>
              </a:ext>
            </a:extLst>
          </p:cNvPr>
          <p:cNvCxnSpPr>
            <a:cxnSpLocks/>
          </p:cNvCxnSpPr>
          <p:nvPr userDrawn="1"/>
        </p:nvCxnSpPr>
        <p:spPr>
          <a:xfrm>
            <a:off x="0" y="6382252"/>
            <a:ext cx="12147030" cy="0"/>
          </a:xfrm>
          <a:prstGeom prst="line">
            <a:avLst/>
          </a:prstGeom>
          <a:ln w="19050">
            <a:solidFill>
              <a:srgbClr val="9416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46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0AB89-CF52-7ED0-18E6-D0D131CC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FA2B1-77F5-1580-BD33-857BFBC6E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B710-EA2A-8F49-F5E7-9BB839C36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D9E38-8790-1C40-85CE-B1CAF3FEEF50}" type="datetime1">
              <a:rPr lang="en-IN" smtClean="0"/>
              <a:t>11-11-2025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6B4D-FE1F-C714-0E2A-D0F57FBAC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176D3-6DA4-72A1-64FD-1F8A4EEA0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2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du-Cherupally/ML-Model-Predicting-Material-Properties-of-Ni-Cr-alloy-by-MD-Simulation-Open-Elective-" TargetMode="External"/><Relationship Id="rId2" Type="http://schemas.openxmlformats.org/officeDocument/2006/relationships/hyperlink" Target="https://github.com/pritampanda15/Molecular-Dynamics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AAC755-3D7B-5342-3168-17D7CE206E44}"/>
              </a:ext>
            </a:extLst>
          </p:cNvPr>
          <p:cNvSpPr/>
          <p:nvPr/>
        </p:nvSpPr>
        <p:spPr>
          <a:xfrm>
            <a:off x="0" y="-1"/>
            <a:ext cx="12192000" cy="1845303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4000" dirty="0"/>
              <a:t> MD simulation guided different Machine learning models for Predicting mechanical properties of Ni-Cr based materials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nitw brand logo">
            <a:extLst>
              <a:ext uri="{FF2B5EF4-FFF2-40B4-BE49-F238E27FC236}">
                <a16:creationId xmlns:a16="http://schemas.microsoft.com/office/drawing/2014/main" id="{CEC36317-27FE-3C2B-E5C7-0C35D0FF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275" y="4799652"/>
            <a:ext cx="6677025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74C51F-BFA1-715A-4951-D4A3A1539224}"/>
              </a:ext>
            </a:extLst>
          </p:cNvPr>
          <p:cNvSpPr txBox="1"/>
          <p:nvPr/>
        </p:nvSpPr>
        <p:spPr>
          <a:xfrm>
            <a:off x="3536214" y="2326505"/>
            <a:ext cx="47538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/>
              <a:t>Chandu Cherupally       – 22CSB0C20</a:t>
            </a:r>
          </a:p>
          <a:p>
            <a:pPr algn="ctr"/>
            <a:r>
              <a:rPr lang="en-IN" sz="2400" b="1" dirty="0"/>
              <a:t>Merugu Pavan Kalyan  – 22CSB0A19</a:t>
            </a:r>
          </a:p>
          <a:p>
            <a:pPr algn="ctr"/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7370F-E6EC-A570-22A9-1F85DF285DE8}"/>
              </a:ext>
            </a:extLst>
          </p:cNvPr>
          <p:cNvSpPr txBox="1"/>
          <p:nvPr/>
        </p:nvSpPr>
        <p:spPr>
          <a:xfrm>
            <a:off x="1983898" y="5983141"/>
            <a:ext cx="7858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691450"/>
                </a:solidFill>
              </a:rPr>
              <a:t>Machine Learning for materials informatics  (MLMI)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3697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6DDD402-59C9-A163-52AC-E0E33896BDC2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2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D26106-E703-E0E5-B77D-4BACD4ECD0A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8">
            <a:extLst>
              <a:ext uri="{FF2B5EF4-FFF2-40B4-BE49-F238E27FC236}">
                <a16:creationId xmlns:a16="http://schemas.microsoft.com/office/drawing/2014/main" id="{CECF94C6-4AF3-2D23-26BC-CFAF2C26FD1A}"/>
              </a:ext>
            </a:extLst>
          </p:cNvPr>
          <p:cNvSpPr/>
          <p:nvPr/>
        </p:nvSpPr>
        <p:spPr>
          <a:xfrm>
            <a:off x="139959" y="335880"/>
            <a:ext cx="2769445" cy="923330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  <a:endParaRPr lang="en-US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60DAC-EED4-ED5D-B161-8FC19CEA4D94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6530A-3F5D-065A-EAA4-AEF372F00C91}"/>
              </a:ext>
            </a:extLst>
          </p:cNvPr>
          <p:cNvSpPr txBox="1"/>
          <p:nvPr/>
        </p:nvSpPr>
        <p:spPr>
          <a:xfrm>
            <a:off x="1156996" y="1259210"/>
            <a:ext cx="897604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Computational Expense</a:t>
            </a:r>
            <a:r>
              <a:rPr lang="en-US" sz="2000" dirty="0"/>
              <a:t>: MD simulations demand huge computational resources, often taking thousands of CPU hours to model complex alloy systems.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Slow Turnaround Time: </a:t>
            </a:r>
            <a:r>
              <a:rPr lang="en-US" sz="2000" dirty="0"/>
              <a:t>Exploring a wide range of alloy compositions is impractical using traditional serial MD runs.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Properties Extraction Challenge:</a:t>
            </a:r>
            <a:r>
              <a:rPr lang="en-US" sz="2000" dirty="0"/>
              <a:t> While MD generates detailed atomic-level data, extracting macro-scale properties (UTS, E, Yield Strength) requires heavy post-processing.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Why ML?:</a:t>
            </a:r>
            <a:r>
              <a:rPr lang="en-US" sz="2000" dirty="0"/>
              <a:t> ML can learn from past simulation data and quickly capture non-linear relationships between composition, process conditions,  and material properties — enabling </a:t>
            </a:r>
            <a:r>
              <a:rPr lang="en-US" sz="2000" b="1" i="1" dirty="0"/>
              <a:t>faster predictions</a:t>
            </a:r>
            <a:r>
              <a:rPr lang="en-US" sz="2000" i="1" dirty="0"/>
              <a:t> </a:t>
            </a:r>
            <a:r>
              <a:rPr lang="en-US" sz="2000" dirty="0"/>
              <a:t>and </a:t>
            </a:r>
            <a:r>
              <a:rPr lang="en-US" sz="2000" b="1" i="1" dirty="0"/>
              <a:t>accelerating the materials discovery process</a:t>
            </a:r>
            <a:r>
              <a:rPr lang="en-US" sz="2000" i="1" dirty="0"/>
              <a:t>.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100929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F970-6BD0-6F08-DD7B-DF8CCD3E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29901D5-6AD4-5668-33C0-9BBD6D580057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3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7EAA8F-5977-117D-61F9-222AF0829D8B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8">
            <a:extLst>
              <a:ext uri="{FF2B5EF4-FFF2-40B4-BE49-F238E27FC236}">
                <a16:creationId xmlns:a16="http://schemas.microsoft.com/office/drawing/2014/main" id="{21AB6D5A-05EF-2997-D683-3FD6D79B5921}"/>
              </a:ext>
            </a:extLst>
          </p:cNvPr>
          <p:cNvSpPr/>
          <p:nvPr/>
        </p:nvSpPr>
        <p:spPr>
          <a:xfrm>
            <a:off x="-146629" y="164819"/>
            <a:ext cx="9430588" cy="923330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 – Cr Alloys (ML + Atomic Simulations)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3CD73-647E-ED9B-4FAE-AC6AB25DF694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MSE PRO Nickel/Chromium (Ni/Cr 80/20 wt.%) Pellets (6mm Diameter x 6mm Length) Evaporation Materials, Evaporation Materials, MSE Supplies LLC, MSE Supplies">
            <a:extLst>
              <a:ext uri="{FF2B5EF4-FFF2-40B4-BE49-F238E27FC236}">
                <a16:creationId xmlns:a16="http://schemas.microsoft.com/office/drawing/2014/main" id="{4EBAC5F3-F2F7-36BC-687A-8E6ACB476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696" y="1030258"/>
            <a:ext cx="2825965" cy="210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scription of the C11 b (oP6) phase of ...">
            <a:extLst>
              <a:ext uri="{FF2B5EF4-FFF2-40B4-BE49-F238E27FC236}">
                <a16:creationId xmlns:a16="http://schemas.microsoft.com/office/drawing/2014/main" id="{11CE3A57-0319-C6F1-A7AD-AD0267F43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262" y="823209"/>
            <a:ext cx="30575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hase stability of γ′-Ni2Cr and α-Cr in the Ni-Cr binary - ScienceDirect">
            <a:extLst>
              <a:ext uri="{FF2B5EF4-FFF2-40B4-BE49-F238E27FC236}">
                <a16:creationId xmlns:a16="http://schemas.microsoft.com/office/drawing/2014/main" id="{67F8FCB1-70F4-902B-97D7-83406F2D9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799" y="3065817"/>
            <a:ext cx="3722429" cy="258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C9AE82-B5DC-D457-E579-18D4DE50C251}"/>
              </a:ext>
            </a:extLst>
          </p:cNvPr>
          <p:cNvSpPr txBox="1"/>
          <p:nvPr/>
        </p:nvSpPr>
        <p:spPr>
          <a:xfrm>
            <a:off x="8632319" y="2559755"/>
            <a:ext cx="209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Ni2Cr Compound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7A8A01C3-206E-5A28-6FA4-E0873BA140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60A82654-A330-7A5B-B8A6-71B5BC977B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32329C01-838E-7065-6417-6B900A9219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19061" y="3581399"/>
            <a:ext cx="3334139" cy="3334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228275-8ED7-AF26-7FE0-09F6D00CB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222" y="3315861"/>
            <a:ext cx="6146538" cy="29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2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4F94E4-92B5-DE9A-8934-7B6C549F0380}"/>
              </a:ext>
            </a:extLst>
          </p:cNvPr>
          <p:cNvSpPr/>
          <p:nvPr/>
        </p:nvSpPr>
        <p:spPr>
          <a:xfrm>
            <a:off x="0" y="348666"/>
            <a:ext cx="12192000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rgbClr val="FF0000"/>
                </a:solidFill>
              </a:rPr>
              <a:t>   Why study Ni-Cr Alloys?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9893A9-D1BB-02A4-A12B-2B80EBC39A26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3996511-9945-5BD1-D6F9-8831495ED864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F89869-1F80-E9EA-A45F-08A9E29F6455}"/>
              </a:ext>
            </a:extLst>
          </p:cNvPr>
          <p:cNvSpPr>
            <a:spLocks noGrp="1"/>
          </p:cNvSpPr>
          <p:nvPr/>
        </p:nvSpPr>
        <p:spPr>
          <a:xfrm>
            <a:off x="1192763" y="1352942"/>
            <a:ext cx="9806474" cy="4086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/>
          </a:p>
          <a:p>
            <a:pPr lvl="1"/>
            <a:r>
              <a:rPr sz="2000" dirty="0"/>
              <a:t>Ni-Cr alloys (nickel-chromium) are widely used in high-temperature and corrosion-resistant applications</a:t>
            </a:r>
            <a:r>
              <a:rPr lang="en-IN" sz="2000" dirty="0"/>
              <a:t>.</a:t>
            </a:r>
          </a:p>
          <a:p>
            <a:pPr marL="457200" lvl="1" indent="0">
              <a:buNone/>
            </a:pPr>
            <a:endParaRPr sz="2000" dirty="0"/>
          </a:p>
          <a:p>
            <a:pPr lvl="1"/>
            <a:r>
              <a:rPr sz="2000" dirty="0"/>
              <a:t>Predicting mechanical properties (Young's modulus, yield strength, UTS) accelerates materials design</a:t>
            </a:r>
            <a:r>
              <a:rPr lang="en-IN" sz="2000" dirty="0"/>
              <a:t>, especially the Ni-Cr Alloys</a:t>
            </a:r>
            <a:r>
              <a:rPr sz="2000" dirty="0"/>
              <a:t>.</a:t>
            </a:r>
            <a:endParaRPr lang="en-IN" sz="2000" dirty="0"/>
          </a:p>
          <a:p>
            <a:pPr marL="457200" lvl="1" indent="0">
              <a:buNone/>
            </a:pPr>
            <a:endParaRPr sz="2000" dirty="0"/>
          </a:p>
          <a:p>
            <a:pPr lvl="1"/>
            <a:r>
              <a:rPr sz="2000" dirty="0"/>
              <a:t>Combining </a:t>
            </a:r>
            <a:r>
              <a:rPr lang="en-IN" sz="2000" dirty="0"/>
              <a:t>MD</a:t>
            </a:r>
            <a:r>
              <a:rPr sz="2000" dirty="0"/>
              <a:t> simulations with ML enables property prediction across composition and conditions.</a:t>
            </a:r>
            <a:endParaRPr lang="en-IN" sz="2000" dirty="0"/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3FA171D1-4D6D-B56D-16B6-7585BDE24AE1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4</a:t>
            </a:fld>
            <a:endParaRPr lang="en-US" sz="1800" b="1" dirty="0">
              <a:solidFill>
                <a:srgbClr val="691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58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8EA4BE-DC54-CDC6-F7D5-8FCB083CB5D9}"/>
              </a:ext>
            </a:extLst>
          </p:cNvPr>
          <p:cNvSpPr txBox="1"/>
          <p:nvPr/>
        </p:nvSpPr>
        <p:spPr>
          <a:xfrm>
            <a:off x="261258" y="194973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Ni-Cr Alloy : Composition and Applications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6DDD402-59C9-A163-52AC-E0E33896BDC2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5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D10B99-BFD9-91CA-3491-90CEF85DB82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A146D61-1579-4996-693D-75AE65A12610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45BD08-5CFF-45D7-389D-C29193EC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485123"/>
            <a:ext cx="4691742" cy="46917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BB6A11-04F8-43A3-C102-403DD59D3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881" y="1485123"/>
            <a:ext cx="4691742" cy="469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7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44CA3-2AD4-D261-4DB6-E1440309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1585" y="6427561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3FCB7-EE7A-4D1D-FEC8-D0BBC0DA7DC9}"/>
              </a:ext>
            </a:extLst>
          </p:cNvPr>
          <p:cNvSpPr txBox="1"/>
          <p:nvPr/>
        </p:nvSpPr>
        <p:spPr>
          <a:xfrm>
            <a:off x="164892" y="889713"/>
            <a:ext cx="10742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Young’s Modulus - </a:t>
            </a:r>
            <a:r>
              <a:rPr lang="en-IN" sz="2000" b="1" dirty="0"/>
              <a:t>A measure of stiffness 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B6E7D-A928-F07E-5DEA-2EB7FAEE0313}"/>
              </a:ext>
            </a:extLst>
          </p:cNvPr>
          <p:cNvSpPr txBox="1"/>
          <p:nvPr/>
        </p:nvSpPr>
        <p:spPr>
          <a:xfrm>
            <a:off x="447566" y="104578"/>
            <a:ext cx="6690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Mechanical Properties of Ni-Cr alloy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3AA64CEE-8FBE-7D0A-4CDB-87D459447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2" y="-868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$$E = \frac{\text{Stress}}{\text{Strain}} = \frac{\sigma}{\varepsilon} = \frac{F/A_0}{\Delta L/L_0}$$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7" name="Picture 11" descr="Young’s Modulus Formula">
            <a:extLst>
              <a:ext uri="{FF2B5EF4-FFF2-40B4-BE49-F238E27FC236}">
                <a16:creationId xmlns:a16="http://schemas.microsoft.com/office/drawing/2014/main" id="{162E2DB4-B6B5-AF0C-398F-1C7E6BF3B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26" y="1418395"/>
            <a:ext cx="5292535" cy="97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A337DD-21E6-4F02-0A71-E09C19BC180B}"/>
              </a:ext>
            </a:extLst>
          </p:cNvPr>
          <p:cNvSpPr txBox="1"/>
          <p:nvPr/>
        </p:nvSpPr>
        <p:spPr>
          <a:xfrm>
            <a:off x="164892" y="2723550"/>
            <a:ext cx="10742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Ultimate Tensile Strength – The maximum stress</a:t>
            </a:r>
            <a:r>
              <a:rPr lang="en-US" sz="2000" dirty="0"/>
              <a:t> </a:t>
            </a:r>
            <a:r>
              <a:rPr lang="en-US" sz="2000" b="1" dirty="0"/>
              <a:t>the alloy can withstand before failure</a:t>
            </a:r>
          </a:p>
        </p:txBody>
      </p:sp>
      <p:pic>
        <p:nvPicPr>
          <p:cNvPr id="4109" name="Picture 13" descr="The formula for calculating ultimate tensile strength">
            <a:extLst>
              <a:ext uri="{FF2B5EF4-FFF2-40B4-BE49-F238E27FC236}">
                <a16:creationId xmlns:a16="http://schemas.microsoft.com/office/drawing/2014/main" id="{B134DC38-FA1B-4079-05DD-13662E65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71" y="3021024"/>
            <a:ext cx="2083642" cy="107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F16934-60D0-9CC8-737E-F318BFC93641}"/>
              </a:ext>
            </a:extLst>
          </p:cNvPr>
          <p:cNvSpPr txBox="1"/>
          <p:nvPr/>
        </p:nvSpPr>
        <p:spPr>
          <a:xfrm>
            <a:off x="164892" y="4357332"/>
            <a:ext cx="10742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Yield Strength – The stress limit before permanent deformation</a:t>
            </a:r>
          </a:p>
        </p:txBody>
      </p:sp>
      <p:pic>
        <p:nvPicPr>
          <p:cNvPr id="4111" name="Picture 15">
            <a:extLst>
              <a:ext uri="{FF2B5EF4-FFF2-40B4-BE49-F238E27FC236}">
                <a16:creationId xmlns:a16="http://schemas.microsoft.com/office/drawing/2014/main" id="{808D27ED-8958-32F5-FCC4-950DBBDD6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10" y="4757442"/>
            <a:ext cx="5933368" cy="155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97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D62F4B-9292-AFDB-58D5-A880BA0F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6271" y="6423081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3B72-D02B-905D-DDF6-618A7E242635}"/>
              </a:ext>
            </a:extLst>
          </p:cNvPr>
          <p:cNvSpPr txBox="1"/>
          <p:nvPr/>
        </p:nvSpPr>
        <p:spPr>
          <a:xfrm>
            <a:off x="355465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Generation Pipeline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85B829-40F2-CDF7-F32A-36CB6604A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474369"/>
              </p:ext>
            </p:extLst>
          </p:nvPr>
        </p:nvGraphicFramePr>
        <p:xfrm>
          <a:off x="940059" y="821094"/>
          <a:ext cx="10311882" cy="53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294">
                  <a:extLst>
                    <a:ext uri="{9D8B030D-6E8A-4147-A177-3AD203B41FA5}">
                      <a16:colId xmlns:a16="http://schemas.microsoft.com/office/drawing/2014/main" val="3600367740"/>
                    </a:ext>
                  </a:extLst>
                </a:gridCol>
                <a:gridCol w="3437294">
                  <a:extLst>
                    <a:ext uri="{9D8B030D-6E8A-4147-A177-3AD203B41FA5}">
                      <a16:colId xmlns:a16="http://schemas.microsoft.com/office/drawing/2014/main" val="3394045378"/>
                    </a:ext>
                  </a:extLst>
                </a:gridCol>
                <a:gridCol w="3437294">
                  <a:extLst>
                    <a:ext uri="{9D8B030D-6E8A-4147-A177-3AD203B41FA5}">
                      <a16:colId xmlns:a16="http://schemas.microsoft.com/office/drawing/2014/main" val="3476438440"/>
                    </a:ext>
                  </a:extLst>
                </a:gridCol>
              </a:tblGrid>
              <a:tr h="3440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Step</a:t>
                      </a:r>
                      <a:endParaRPr lang="en-IN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Components</a:t>
                      </a:r>
                      <a:endParaRPr lang="en-IN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459" marR="62459" marT="41640" marB="41640" anchor="ctr"/>
                </a:tc>
                <a:extLst>
                  <a:ext uri="{0D108BD9-81ED-4DB2-BD59-A6C34878D82A}">
                    <a16:rowId xmlns:a16="http://schemas.microsoft.com/office/drawing/2014/main" val="1102035672"/>
                  </a:ext>
                </a:extLst>
              </a:tr>
              <a:tr h="11251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 Setup</a:t>
                      </a:r>
                      <a:endParaRPr lang="en-IN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 virtual Ni-Cr crystal structure is created at the atomic level, defined by an input script that sets the initial temperature and composition.</a:t>
                      </a: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LAMMPS</a:t>
                      </a:r>
                      <a:r>
                        <a:rPr lang="en-IN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(Software), </a:t>
                      </a: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Ni-Cr Interatomic Potential</a:t>
                      </a:r>
                      <a:r>
                        <a:rPr lang="en-IN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(Force Field)</a:t>
                      </a:r>
                    </a:p>
                  </a:txBody>
                  <a:tcPr marL="62459" marR="62459" marT="41640" marB="41640" anchor="ctr"/>
                </a:tc>
                <a:extLst>
                  <a:ext uri="{0D108BD9-81ED-4DB2-BD59-A6C34878D82A}">
                    <a16:rowId xmlns:a16="http://schemas.microsoft.com/office/drawing/2014/main" val="459398769"/>
                  </a:ext>
                </a:extLst>
              </a:tr>
              <a:tr h="13855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Parameter Sweep</a:t>
                      </a:r>
                      <a:endParaRPr lang="en-IN" sz="17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simulation is repeated across a range of input parameters</a:t>
                      </a:r>
                    </a:p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 build a diverse dataset. These inputs become the </a:t>
                      </a:r>
                      <a:r>
                        <a:rPr lang="en-US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features</a:t>
                      </a: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for the ML model.</a:t>
                      </a: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Composition</a:t>
                      </a:r>
                      <a:r>
                        <a:rPr lang="en-IN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Ni (at %), </a:t>
                      </a: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Temperature</a:t>
                      </a:r>
                      <a:r>
                        <a:rPr lang="en-IN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(K), </a:t>
                      </a: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Strain Rate</a:t>
                      </a:r>
                      <a:r>
                        <a:rPr lang="en-IN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(s(^-1))</a:t>
                      </a:r>
                    </a:p>
                  </a:txBody>
                  <a:tcPr marL="62459" marR="62459" marT="41640" marB="41640" anchor="ctr"/>
                </a:tc>
                <a:extLst>
                  <a:ext uri="{0D108BD9-81ED-4DB2-BD59-A6C34878D82A}">
                    <a16:rowId xmlns:a16="http://schemas.microsoft.com/office/drawing/2014/main" val="1597707345"/>
                  </a:ext>
                </a:extLst>
              </a:tr>
              <a:tr h="11251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Tensile Test</a:t>
                      </a:r>
                      <a:endParaRPr lang="en-IN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virtual crystal is stretched by applying a constant </a:t>
                      </a:r>
                      <a:r>
                        <a:rPr lang="en-US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strain rate</a:t>
                      </a: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(simulating a high-speed tensile test) while recording the resulting </a:t>
                      </a:r>
                      <a:r>
                        <a:rPr lang="en-US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stress</a:t>
                      </a: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NPT Ensemble (controls pressure and temperature), Deformation</a:t>
                      </a:r>
                    </a:p>
                  </a:txBody>
                  <a:tcPr marL="62459" marR="62459" marT="41640" marB="41640" anchor="ctr"/>
                </a:tc>
                <a:extLst>
                  <a:ext uri="{0D108BD9-81ED-4DB2-BD59-A6C34878D82A}">
                    <a16:rowId xmlns:a16="http://schemas.microsoft.com/office/drawing/2014/main" val="2559252723"/>
                  </a:ext>
                </a:extLst>
              </a:tr>
              <a:tr h="13855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7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Raw Data Output</a:t>
                      </a:r>
                      <a:endParaRPr lang="en-IN" sz="17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simulation outputs a time-series log of the system's state, most importantly, the relationship between applied </a:t>
                      </a:r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Strain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resulting </a:t>
                      </a:r>
                      <a:r>
                        <a:rPr lang="en-US" sz="17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Stress</a:t>
                      </a:r>
                      <a:r>
                        <a:rPr lang="en-US" sz="17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2459" marR="62459" marT="41640" marB="4164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Raw Stress-Strain Curve data (saved in </a:t>
                      </a:r>
                      <a:r>
                        <a:rPr lang="en-US" sz="17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data/raw/</a:t>
                      </a:r>
                      <a:r>
                        <a:rPr lang="en-US" sz="17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62459" marR="62459" marT="41640" marB="41640" anchor="ctr"/>
                </a:tc>
                <a:extLst>
                  <a:ext uri="{0D108BD9-81ED-4DB2-BD59-A6C34878D82A}">
                    <a16:rowId xmlns:a16="http://schemas.microsoft.com/office/drawing/2014/main" val="2928860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118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B1B-CFC9-414D-1274-69A0BACC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048675-C38A-CC4E-1C9E-65A4AB5C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6271" y="6423081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00BB4-3F5F-829D-F763-F7F679F32E56}"/>
              </a:ext>
            </a:extLst>
          </p:cNvPr>
          <p:cNvSpPr txBox="1"/>
          <p:nvPr/>
        </p:nvSpPr>
        <p:spPr>
          <a:xfrm>
            <a:off x="355465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Generation Process</a:t>
            </a:r>
          </a:p>
        </p:txBody>
      </p:sp>
      <p:pic>
        <p:nvPicPr>
          <p:cNvPr id="1026" name="Picture 2" descr="Stress strain curve for low-carbon steel">
            <a:extLst>
              <a:ext uri="{FF2B5EF4-FFF2-40B4-BE49-F238E27FC236}">
                <a16:creationId xmlns:a16="http://schemas.microsoft.com/office/drawing/2014/main" id="{F033A426-EE06-0A4C-841E-FA114EFDC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87" y="1934256"/>
            <a:ext cx="5818772" cy="366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9E22F9-0591-53A5-9B2D-1153524EEC37}"/>
              </a:ext>
            </a:extLst>
          </p:cNvPr>
          <p:cNvSpPr txBox="1"/>
          <p:nvPr/>
        </p:nvSpPr>
        <p:spPr>
          <a:xfrm>
            <a:off x="727787" y="1390261"/>
            <a:ext cx="3181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Stress-Strain Curve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6FDD5-BBDA-6D50-D6BA-9386B2A9FC06}"/>
              </a:ext>
            </a:extLst>
          </p:cNvPr>
          <p:cNvSpPr txBox="1"/>
          <p:nvPr/>
        </p:nvSpPr>
        <p:spPr>
          <a:xfrm>
            <a:off x="7860247" y="4413636"/>
            <a:ext cx="191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MD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7D9C9-4488-A8DD-2D2C-2858561ECF08}"/>
              </a:ext>
            </a:extLst>
          </p:cNvPr>
          <p:cNvSpPr txBox="1"/>
          <p:nvPr/>
        </p:nvSpPr>
        <p:spPr>
          <a:xfrm>
            <a:off x="6803157" y="5271154"/>
            <a:ext cx="4026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Processed Properties</a:t>
            </a:r>
          </a:p>
          <a:p>
            <a:pPr algn="ctr"/>
            <a:r>
              <a:rPr lang="en-IN" dirty="0"/>
              <a:t>(Uts, Youngs Modulus, Yield Strength)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8382C4-20C6-024F-A095-DC08782A9B58}"/>
              </a:ext>
            </a:extLst>
          </p:cNvPr>
          <p:cNvCxnSpPr>
            <a:endCxn id="6" idx="0"/>
          </p:cNvCxnSpPr>
          <p:nvPr/>
        </p:nvCxnSpPr>
        <p:spPr>
          <a:xfrm>
            <a:off x="8816634" y="3692331"/>
            <a:ext cx="1" cy="72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8CBEF4-FB79-034C-138C-AA57D1175C3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8816634" y="4782968"/>
            <a:ext cx="1" cy="48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9EDC6E-9367-BFB0-6B01-B0C7D02D6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73115"/>
              </p:ext>
            </p:extLst>
          </p:nvPr>
        </p:nvGraphicFramePr>
        <p:xfrm>
          <a:off x="5441271" y="1390261"/>
          <a:ext cx="6750729" cy="230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243">
                  <a:extLst>
                    <a:ext uri="{9D8B030D-6E8A-4147-A177-3AD203B41FA5}">
                      <a16:colId xmlns:a16="http://schemas.microsoft.com/office/drawing/2014/main" val="1889697994"/>
                    </a:ext>
                  </a:extLst>
                </a:gridCol>
                <a:gridCol w="2250243">
                  <a:extLst>
                    <a:ext uri="{9D8B030D-6E8A-4147-A177-3AD203B41FA5}">
                      <a16:colId xmlns:a16="http://schemas.microsoft.com/office/drawing/2014/main" val="3008755270"/>
                    </a:ext>
                  </a:extLst>
                </a:gridCol>
                <a:gridCol w="2250243">
                  <a:extLst>
                    <a:ext uri="{9D8B030D-6E8A-4147-A177-3AD203B41FA5}">
                      <a16:colId xmlns:a16="http://schemas.microsoft.com/office/drawing/2014/main" val="474383537"/>
                    </a:ext>
                  </a:extLst>
                </a:gridCol>
              </a:tblGrid>
              <a:tr h="460414">
                <a:tc>
                  <a:txBody>
                    <a:bodyPr/>
                    <a:lstStyle/>
                    <a:p>
                      <a:r>
                        <a:rPr lang="en-IN" sz="2000" dirty="0"/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Temperature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Strain Rate (s^-1)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063130"/>
                  </a:ext>
                </a:extLst>
              </a:tr>
              <a:tr h="460414">
                <a:tc>
                  <a:txBody>
                    <a:bodyPr/>
                    <a:lstStyle/>
                    <a:p>
                      <a:r>
                        <a:rPr lang="en-IN" sz="2000" dirty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10^8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694032"/>
                  </a:ext>
                </a:extLst>
              </a:tr>
              <a:tr h="460414">
                <a:tc>
                  <a:txBody>
                    <a:bodyPr/>
                    <a:lstStyle/>
                    <a:p>
                      <a:r>
                        <a:rPr lang="en-IN" sz="2000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10^9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582824"/>
                  </a:ext>
                </a:extLst>
              </a:tr>
              <a:tr h="460414">
                <a:tc>
                  <a:txBody>
                    <a:bodyPr/>
                    <a:lstStyle/>
                    <a:p>
                      <a:r>
                        <a:rPr lang="en-IN" sz="2000" dirty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10^9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67314"/>
                  </a:ext>
                </a:extLst>
              </a:tr>
              <a:tr h="460414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10^10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19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33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808CD-29D9-0ECC-D390-36E5A131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205F0F-1443-AED6-6042-4C1F03FE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6271" y="6423081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E974F-8220-A565-8357-C0DEE8CC5705}"/>
              </a:ext>
            </a:extLst>
          </p:cNvPr>
          <p:cNvSpPr txBox="1"/>
          <p:nvPr/>
        </p:nvSpPr>
        <p:spPr>
          <a:xfrm>
            <a:off x="355465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Extraction and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2DBA3-896F-B6AF-A6EA-8A75E37190CE}"/>
              </a:ext>
            </a:extLst>
          </p:cNvPr>
          <p:cNvSpPr txBox="1"/>
          <p:nvPr/>
        </p:nvSpPr>
        <p:spPr>
          <a:xfrm>
            <a:off x="1034142" y="918429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raw stress-strain curve data is then analyzed to extract the target mechanical properties. </a:t>
            </a:r>
            <a:r>
              <a:rPr lang="en-IN" dirty="0"/>
              <a:t>Joblib files generated after processing data</a:t>
            </a:r>
          </a:p>
          <a:p>
            <a:endParaRPr lang="en-IN" dirty="0"/>
          </a:p>
        </p:txBody>
      </p:sp>
      <p:pic>
        <p:nvPicPr>
          <p:cNvPr id="1026" name="Picture 2" descr="Why We Use an 80-20 Split for Training and Test Data?">
            <a:extLst>
              <a:ext uri="{FF2B5EF4-FFF2-40B4-BE49-F238E27FC236}">
                <a16:creationId xmlns:a16="http://schemas.microsoft.com/office/drawing/2014/main" id="{10FAA164-B798-C67E-9F7B-B005889AC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842" y="2354409"/>
            <a:ext cx="3283827" cy="13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218150-4900-99CA-0003-2F1A95D24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670255"/>
              </p:ext>
            </p:extLst>
          </p:nvPr>
        </p:nvGraphicFramePr>
        <p:xfrm>
          <a:off x="486665" y="1564760"/>
          <a:ext cx="841217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059">
                  <a:extLst>
                    <a:ext uri="{9D8B030D-6E8A-4147-A177-3AD203B41FA5}">
                      <a16:colId xmlns:a16="http://schemas.microsoft.com/office/drawing/2014/main" val="367302065"/>
                    </a:ext>
                  </a:extLst>
                </a:gridCol>
                <a:gridCol w="2804059">
                  <a:extLst>
                    <a:ext uri="{9D8B030D-6E8A-4147-A177-3AD203B41FA5}">
                      <a16:colId xmlns:a16="http://schemas.microsoft.com/office/drawing/2014/main" val="4226331319"/>
                    </a:ext>
                  </a:extLst>
                </a:gridCol>
                <a:gridCol w="2804059">
                  <a:extLst>
                    <a:ext uri="{9D8B030D-6E8A-4147-A177-3AD203B41FA5}">
                      <a16:colId xmlns:a16="http://schemas.microsoft.com/office/drawing/2014/main" val="2241523807"/>
                    </a:ext>
                  </a:extLst>
                </a:gridCol>
              </a:tblGrid>
              <a:tr h="71373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Property Extraction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How It's Taken from the Curve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ML Target Variable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695518722"/>
                  </a:ext>
                </a:extLst>
              </a:tr>
              <a:tr h="130851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Young's Modulus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Calculated as the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slope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of the linear (elastic) region of the stress-strain curve.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youngs_modulus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222811424"/>
                  </a:ext>
                </a:extLst>
              </a:tr>
              <a:tr h="101112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Yield Strength 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Determined using the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0.2% offset method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on the stress-strain curve.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yield_strength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59169440"/>
                  </a:ext>
                </a:extLst>
              </a:tr>
              <a:tr h="160590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Ultimate Tensile Strength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peak stress value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(maximum) recorded on the stress-strain curve before the onset of necking/failure.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uts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5599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7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DA1AD0-0D38-8DE6-351C-595CE7B30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4264" y="6492875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92E66-0975-0065-1CFD-D75CD99D0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0" y="2564013"/>
            <a:ext cx="9254346" cy="35382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51465D-E648-76A5-69E7-450A1441E2AC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Processed Data with properties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5789C-AD70-DE4B-8147-D217ACA0D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435" y="755779"/>
            <a:ext cx="3877216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5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5BB965-2702-F7BC-BA1D-305A460A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4263" y="6492875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B8109-94B3-B4C1-3A81-43FE0846D2F7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Models Training and Evaluation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E5265-9C4A-2C09-CD6C-83F0A4E93FAD}"/>
              </a:ext>
            </a:extLst>
          </p:cNvPr>
          <p:cNvSpPr txBox="1"/>
          <p:nvPr/>
        </p:nvSpPr>
        <p:spPr>
          <a:xfrm>
            <a:off x="923731" y="1110343"/>
            <a:ext cx="2388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1. Linear Regression:</a:t>
            </a:r>
          </a:p>
        </p:txBody>
      </p:sp>
      <p:pic>
        <p:nvPicPr>
          <p:cNvPr id="2050" name="Picture 2" descr="Loss Function for Linear Regression; source: geeksforgeeks.org">
            <a:extLst>
              <a:ext uri="{FF2B5EF4-FFF2-40B4-BE49-F238E27FC236}">
                <a16:creationId xmlns:a16="http://schemas.microsoft.com/office/drawing/2014/main" id="{E667D0BD-ED94-C2A1-E37F-3F3EF9FFF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816" y="1897629"/>
            <a:ext cx="30670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gression line, linear regression">
            <a:extLst>
              <a:ext uri="{FF2B5EF4-FFF2-40B4-BE49-F238E27FC236}">
                <a16:creationId xmlns:a16="http://schemas.microsoft.com/office/drawing/2014/main" id="{EE7DF60B-B4CD-75CF-0020-7147631FA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312" y="933142"/>
            <a:ext cx="4738366" cy="257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66883D-E11A-21A1-B887-E2A07145BE54}"/>
              </a:ext>
            </a:extLst>
          </p:cNvPr>
          <p:cNvSpPr txBox="1"/>
          <p:nvPr/>
        </p:nvSpPr>
        <p:spPr>
          <a:xfrm>
            <a:off x="923731" y="3697772"/>
            <a:ext cx="2388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2. Ridge Regression: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D828A4-1DD6-6B92-DF8B-EBF65FC5C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516" y="3708061"/>
            <a:ext cx="4571958" cy="2387374"/>
          </a:xfrm>
          <a:prstGeom prst="rect">
            <a:avLst/>
          </a:prstGeom>
        </p:spPr>
      </p:pic>
      <p:pic>
        <p:nvPicPr>
          <p:cNvPr id="2056" name="Picture 8" descr="Figure 20: The cost function for the Elastic Net. It contains L1 and L2 loss. Figure from Author.">
            <a:extLst>
              <a:ext uri="{FF2B5EF4-FFF2-40B4-BE49-F238E27FC236}">
                <a16:creationId xmlns:a16="http://schemas.microsoft.com/office/drawing/2014/main" id="{DB2B4DDB-1A17-17D1-B392-793B1BFC5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31" y="4451660"/>
            <a:ext cx="7143750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007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96F74-C19F-860C-C5AF-2FD98615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949" y="6404420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7B3CE-796F-1350-B165-3D1F875BF3AA}"/>
              </a:ext>
            </a:extLst>
          </p:cNvPr>
          <p:cNvSpPr txBox="1"/>
          <p:nvPr/>
        </p:nvSpPr>
        <p:spPr>
          <a:xfrm>
            <a:off x="253300" y="32472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DCDF5-964A-E2CC-61AC-AA9EE0039F89}"/>
              </a:ext>
            </a:extLst>
          </p:cNvPr>
          <p:cNvSpPr txBox="1"/>
          <p:nvPr/>
        </p:nvSpPr>
        <p:spPr>
          <a:xfrm>
            <a:off x="923731" y="1110343"/>
            <a:ext cx="3666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3. Random Forest Regressor:</a:t>
            </a:r>
          </a:p>
        </p:txBody>
      </p:sp>
      <p:pic>
        <p:nvPicPr>
          <p:cNvPr id="3076" name="Picture 4" descr="Random Forest Regression Sklearn Python">
            <a:extLst>
              <a:ext uri="{FF2B5EF4-FFF2-40B4-BE49-F238E27FC236}">
                <a16:creationId xmlns:a16="http://schemas.microsoft.com/office/drawing/2014/main" id="{D36C4233-2BC7-7609-DCF2-67DB17A64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306" y="830424"/>
            <a:ext cx="4447643" cy="30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3ECC9A-0ADF-F4F6-B898-D8B93E741E7D}"/>
              </a:ext>
            </a:extLst>
          </p:cNvPr>
          <p:cNvSpPr txBox="1"/>
          <p:nvPr/>
        </p:nvSpPr>
        <p:spPr>
          <a:xfrm>
            <a:off x="923730" y="4089919"/>
            <a:ext cx="4142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4. MLP Regressor (Neural Networks):</a:t>
            </a:r>
          </a:p>
        </p:txBody>
      </p:sp>
      <p:pic>
        <p:nvPicPr>
          <p:cNvPr id="3080" name="Picture 8" descr="Sklearn Neural Network MLPRegressor Regression Model">
            <a:extLst>
              <a:ext uri="{FF2B5EF4-FFF2-40B4-BE49-F238E27FC236}">
                <a16:creationId xmlns:a16="http://schemas.microsoft.com/office/drawing/2014/main" id="{F2211DFA-6893-8031-245B-34EC01F79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773" y="4171403"/>
            <a:ext cx="3354529" cy="1856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068028-CF05-EF36-C752-694ED9038BC7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Models Training and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E968C8-1DB1-E553-FF0F-1550F0AE8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55" y="1766318"/>
            <a:ext cx="4827338" cy="1033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D91FA9-1AD6-066A-CB38-472B83C751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939" y="4751383"/>
            <a:ext cx="3582739" cy="102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5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7524B5-88DB-88DF-A640-ADD6BDCF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4007C-9CF0-CB18-DA42-9A611FDD2516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ML Pipeline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F8C60E-CED5-ACCF-8F05-5D913A09A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78" y="797961"/>
            <a:ext cx="9824232" cy="5452599"/>
          </a:xfrm>
          <a:prstGeom prst="rect">
            <a:avLst/>
          </a:prstGeom>
        </p:spPr>
      </p:pic>
      <p:pic>
        <p:nvPicPr>
          <p:cNvPr id="4100" name="Picture 4" descr="Ml Ops Machine Operations Ai Management Icon">
            <a:extLst>
              <a:ext uri="{FF2B5EF4-FFF2-40B4-BE49-F238E27FC236}">
                <a16:creationId xmlns:a16="http://schemas.microsoft.com/office/drawing/2014/main" id="{0F4808B6-B026-BDB1-7C56-397AF9A69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77" y="1583356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059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B5F2D-4987-C55D-6AC0-B25D0B6F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F9E5F-381C-9EAB-A829-6A978AAE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2463E-72E1-F1E3-6CB2-4303A4633D74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3A15C-F258-3ADA-6DDA-AC90391964B1}"/>
              </a:ext>
            </a:extLst>
          </p:cNvPr>
          <p:cNvSpPr txBox="1"/>
          <p:nvPr/>
        </p:nvSpPr>
        <p:spPr>
          <a:xfrm>
            <a:off x="1010275" y="1212980"/>
            <a:ext cx="6230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Test Root Mean Squared Error (Test RMSE)</a:t>
            </a:r>
            <a:endParaRPr lang="en-IN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2F29DE-7BCF-BC0D-FFEA-3EC99A9B3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013305"/>
              </p:ext>
            </p:extLst>
          </p:nvPr>
        </p:nvGraphicFramePr>
        <p:xfrm>
          <a:off x="1094250" y="1975618"/>
          <a:ext cx="9682608" cy="3939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652">
                  <a:extLst>
                    <a:ext uri="{9D8B030D-6E8A-4147-A177-3AD203B41FA5}">
                      <a16:colId xmlns:a16="http://schemas.microsoft.com/office/drawing/2014/main" val="3789289122"/>
                    </a:ext>
                  </a:extLst>
                </a:gridCol>
                <a:gridCol w="2420652">
                  <a:extLst>
                    <a:ext uri="{9D8B030D-6E8A-4147-A177-3AD203B41FA5}">
                      <a16:colId xmlns:a16="http://schemas.microsoft.com/office/drawing/2014/main" val="441972840"/>
                    </a:ext>
                  </a:extLst>
                </a:gridCol>
                <a:gridCol w="2420652">
                  <a:extLst>
                    <a:ext uri="{9D8B030D-6E8A-4147-A177-3AD203B41FA5}">
                      <a16:colId xmlns:a16="http://schemas.microsoft.com/office/drawing/2014/main" val="1429015788"/>
                    </a:ext>
                  </a:extLst>
                </a:gridCol>
                <a:gridCol w="2420652">
                  <a:extLst>
                    <a:ext uri="{9D8B030D-6E8A-4147-A177-3AD203B41FA5}">
                      <a16:colId xmlns:a16="http://schemas.microsoft.com/office/drawing/2014/main" val="995874139"/>
                    </a:ext>
                  </a:extLst>
                </a:gridCol>
              </a:tblGrid>
              <a:tr h="9963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Young's Modulus (Test RMSE)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Yield Strength </a:t>
                      </a:r>
                    </a:p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(Test RMSE)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UTS </a:t>
                      </a:r>
                    </a:p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(Test RMSE)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83832386"/>
                  </a:ext>
                </a:extLst>
              </a:tr>
              <a:tr h="5887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1.15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0.035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0.028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18598353"/>
                  </a:ext>
                </a:extLst>
              </a:tr>
              <a:tr h="5887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Ridge Regression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1.05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0.029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0.015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29522996"/>
                  </a:ext>
                </a:extLst>
              </a:tr>
              <a:tr h="5887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0.75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0.021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0.020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73245606"/>
                  </a:ext>
                </a:extLst>
              </a:tr>
              <a:tr h="5887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Neural Network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1.60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0.045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0.040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13052731"/>
                  </a:ext>
                </a:extLst>
              </a:tr>
              <a:tr h="5887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Best Per Property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Ridge Regression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31852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51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9E30-DBFF-4E22-D882-D890B639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050AA-E8B3-2E4C-8BA9-D5482739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2F6B0-5D02-C90E-6F32-D1A9EB7E092B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352B8-31F2-32B9-A254-A73C08A5FBD8}"/>
              </a:ext>
            </a:extLst>
          </p:cNvPr>
          <p:cNvSpPr txBox="1"/>
          <p:nvPr/>
        </p:nvSpPr>
        <p:spPr>
          <a:xfrm>
            <a:off x="1010275" y="1212980"/>
            <a:ext cx="6230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Test R –Squared (Test R^2)</a:t>
            </a:r>
            <a:endParaRPr lang="en-IN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9F4E47-F20A-C3A7-C4D1-4BEB6BA8C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384698"/>
              </p:ext>
            </p:extLst>
          </p:nvPr>
        </p:nvGraphicFramePr>
        <p:xfrm>
          <a:off x="1010275" y="1922513"/>
          <a:ext cx="9993628" cy="3970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407">
                  <a:extLst>
                    <a:ext uri="{9D8B030D-6E8A-4147-A177-3AD203B41FA5}">
                      <a16:colId xmlns:a16="http://schemas.microsoft.com/office/drawing/2014/main" val="1141461799"/>
                    </a:ext>
                  </a:extLst>
                </a:gridCol>
                <a:gridCol w="2498407">
                  <a:extLst>
                    <a:ext uri="{9D8B030D-6E8A-4147-A177-3AD203B41FA5}">
                      <a16:colId xmlns:a16="http://schemas.microsoft.com/office/drawing/2014/main" val="1467072896"/>
                    </a:ext>
                  </a:extLst>
                </a:gridCol>
                <a:gridCol w="2498407">
                  <a:extLst>
                    <a:ext uri="{9D8B030D-6E8A-4147-A177-3AD203B41FA5}">
                      <a16:colId xmlns:a16="http://schemas.microsoft.com/office/drawing/2014/main" val="1620086812"/>
                    </a:ext>
                  </a:extLst>
                </a:gridCol>
                <a:gridCol w="2498407">
                  <a:extLst>
                    <a:ext uri="{9D8B030D-6E8A-4147-A177-3AD203B41FA5}">
                      <a16:colId xmlns:a16="http://schemas.microsoft.com/office/drawing/2014/main" val="1837997787"/>
                    </a:ext>
                  </a:extLst>
                </a:gridCol>
              </a:tblGrid>
              <a:tr h="100400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Young's Modulus (Test R²)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Yield Strength </a:t>
                      </a:r>
                    </a:p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(Test R²)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UTS</a:t>
                      </a:r>
                    </a:p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(Test R²)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61934330"/>
                  </a:ext>
                </a:extLst>
              </a:tr>
              <a:tr h="5932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0.825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0.790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0.810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710105372"/>
                  </a:ext>
                </a:extLst>
              </a:tr>
              <a:tr h="5932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Ridge Regression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0.850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0.880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0.950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46715424"/>
                  </a:ext>
                </a:extLst>
              </a:tr>
              <a:tr h="5932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0.920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0.935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0.930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702850367"/>
                  </a:ext>
                </a:extLst>
              </a:tr>
              <a:tr h="5932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Neural Network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0.750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0.720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0.680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76417465"/>
                  </a:ext>
                </a:extLst>
              </a:tr>
              <a:tr h="5932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Best Per Property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IN" sz="20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Ridge Regression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14919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75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3BEA-A820-B27A-0B20-3BCBA223C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A2CAD-B7F9-649C-C340-5ECE06C4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44424-9CA6-E870-EF76-89D74F36AAF2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Plot Results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59995D-CD0F-96FE-2EF3-2F1846BCC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84" y="1885563"/>
            <a:ext cx="3769566" cy="37695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5BC07E-2F91-B434-A5F8-56D7E581C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586" y="1885563"/>
            <a:ext cx="3769566" cy="3769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5EDF0B-4DCC-D7BF-6924-295D98928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154" y="1885563"/>
            <a:ext cx="3769566" cy="37695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27D716-FE4C-2DEC-A6A7-5C99BC6F79A7}"/>
              </a:ext>
            </a:extLst>
          </p:cNvPr>
          <p:cNvSpPr txBox="1"/>
          <p:nvPr/>
        </p:nvSpPr>
        <p:spPr>
          <a:xfrm>
            <a:off x="542077" y="1324946"/>
            <a:ext cx="7090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Linear Regression Model: 	   Predicted v/s Actual Results</a:t>
            </a:r>
          </a:p>
        </p:txBody>
      </p:sp>
    </p:spTree>
    <p:extLst>
      <p:ext uri="{BB962C8B-B14F-4D97-AF65-F5344CB8AC3E}">
        <p14:creationId xmlns:p14="http://schemas.microsoft.com/office/powerpoint/2010/main" val="4072537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E10AB-82AA-EF3B-C179-59E85EDC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E730CE-245D-DE26-C2FA-E898E1B1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6970F-1D68-5EB7-20C4-ED10E44EC475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Plot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52E7CF-6BB0-80F5-44C0-ABB9D8E4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8" y="1837024"/>
            <a:ext cx="3788229" cy="3788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66C4C7-AB67-51C3-BF8D-54B1EEDF7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840" y="1837023"/>
            <a:ext cx="3788229" cy="3788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6C320A-DA25-D40B-A233-516DB8983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012" y="1883677"/>
            <a:ext cx="3592286" cy="3694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6D0151-190D-C262-D537-7E953EEDF275}"/>
              </a:ext>
            </a:extLst>
          </p:cNvPr>
          <p:cNvSpPr txBox="1"/>
          <p:nvPr/>
        </p:nvSpPr>
        <p:spPr>
          <a:xfrm>
            <a:off x="542077" y="1232747"/>
            <a:ext cx="6362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Ridge Regression Model : 	   Predicted v/s Actual Results</a:t>
            </a:r>
          </a:p>
        </p:txBody>
      </p:sp>
    </p:spTree>
    <p:extLst>
      <p:ext uri="{BB962C8B-B14F-4D97-AF65-F5344CB8AC3E}">
        <p14:creationId xmlns:p14="http://schemas.microsoft.com/office/powerpoint/2010/main" val="2008676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5B98-E186-F21B-C4F6-7B7743B3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D5B74-6D8B-22B5-BAA1-5A608DC1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194F2-B6FC-6E0B-BB18-223B86B035AF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Plot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768DE-506C-F980-1BF5-73A23B23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81" y="1863400"/>
            <a:ext cx="3650991" cy="36509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AF3CC2-791D-8F63-CE0A-4E3369A8A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444" y="1863399"/>
            <a:ext cx="3650991" cy="36509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1B6F00-D280-C93C-9456-FB93F44F1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07" y="1863399"/>
            <a:ext cx="3650991" cy="3650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3EE856-F33C-CD11-646C-70FE95578590}"/>
              </a:ext>
            </a:extLst>
          </p:cNvPr>
          <p:cNvSpPr txBox="1"/>
          <p:nvPr/>
        </p:nvSpPr>
        <p:spPr>
          <a:xfrm>
            <a:off x="542078" y="1227529"/>
            <a:ext cx="565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Random Forest : 	   Predicted v/s Actual Results</a:t>
            </a:r>
          </a:p>
        </p:txBody>
      </p:sp>
    </p:spTree>
    <p:extLst>
      <p:ext uri="{BB962C8B-B14F-4D97-AF65-F5344CB8AC3E}">
        <p14:creationId xmlns:p14="http://schemas.microsoft.com/office/powerpoint/2010/main" val="3514939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C0356-701C-EDD8-4B18-6540E4E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81E3AC-A4D6-6544-81A4-752BC22D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2953D-E0CB-19E5-E0A3-45A615B35888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Plot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C5BFE-73CA-4AF4-92DF-35DE34A9A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" y="1763620"/>
            <a:ext cx="3853408" cy="38534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17E693-6C98-015C-EC6B-E3EC5ED9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926" y="1763620"/>
            <a:ext cx="3853408" cy="3853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E0DFA1-0815-1744-038E-D2E4C1C07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697" y="1763619"/>
            <a:ext cx="3853409" cy="3853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1FCC2-4411-33FE-FEF7-3CBD4BD82BBB}"/>
              </a:ext>
            </a:extLst>
          </p:cNvPr>
          <p:cNvSpPr txBox="1"/>
          <p:nvPr/>
        </p:nvSpPr>
        <p:spPr>
          <a:xfrm>
            <a:off x="542077" y="1268963"/>
            <a:ext cx="6110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Neural Networks :    Predicted v/s Actual Results</a:t>
            </a:r>
          </a:p>
        </p:txBody>
      </p:sp>
    </p:spTree>
    <p:extLst>
      <p:ext uri="{BB962C8B-B14F-4D97-AF65-F5344CB8AC3E}">
        <p14:creationId xmlns:p14="http://schemas.microsoft.com/office/powerpoint/2010/main" val="1960264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A853-116B-4E61-F9F5-2309E4C8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B7FF6-1A36-8706-B50C-CED1A90E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3E601-05B3-0BC7-F763-0383DDC54AC6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Model Performances Evaluations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4BCD8F-9BE6-197F-2A4A-A4CAD5E38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494467"/>
              </p:ext>
            </p:extLst>
          </p:nvPr>
        </p:nvGraphicFramePr>
        <p:xfrm>
          <a:off x="279918" y="1046238"/>
          <a:ext cx="11765900" cy="517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180">
                  <a:extLst>
                    <a:ext uri="{9D8B030D-6E8A-4147-A177-3AD203B41FA5}">
                      <a16:colId xmlns:a16="http://schemas.microsoft.com/office/drawing/2014/main" val="278090995"/>
                    </a:ext>
                  </a:extLst>
                </a:gridCol>
                <a:gridCol w="2353180">
                  <a:extLst>
                    <a:ext uri="{9D8B030D-6E8A-4147-A177-3AD203B41FA5}">
                      <a16:colId xmlns:a16="http://schemas.microsoft.com/office/drawing/2014/main" val="143312192"/>
                    </a:ext>
                  </a:extLst>
                </a:gridCol>
                <a:gridCol w="2353180">
                  <a:extLst>
                    <a:ext uri="{9D8B030D-6E8A-4147-A177-3AD203B41FA5}">
                      <a16:colId xmlns:a16="http://schemas.microsoft.com/office/drawing/2014/main" val="1889299520"/>
                    </a:ext>
                  </a:extLst>
                </a:gridCol>
                <a:gridCol w="2353180">
                  <a:extLst>
                    <a:ext uri="{9D8B030D-6E8A-4147-A177-3AD203B41FA5}">
                      <a16:colId xmlns:a16="http://schemas.microsoft.com/office/drawing/2014/main" val="4105254564"/>
                    </a:ext>
                  </a:extLst>
                </a:gridCol>
                <a:gridCol w="2353180">
                  <a:extLst>
                    <a:ext uri="{9D8B030D-6E8A-4147-A177-3AD203B41FA5}">
                      <a16:colId xmlns:a16="http://schemas.microsoft.com/office/drawing/2014/main" val="459712179"/>
                    </a:ext>
                  </a:extLst>
                </a:gridCol>
              </a:tblGrid>
              <a:tr h="103545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Young's Modulus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Yield Strength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UTS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Overall Performance Summary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55276279"/>
                  </a:ext>
                </a:extLst>
              </a:tr>
              <a:tr h="103545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Random Forest Regressor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Best R^2.</a:t>
                      </a: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Slight overfitting.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Best R^2.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Low error.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 high accuracy.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Highest predictive accuracy (Best for non-linearity).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956958"/>
                  </a:ext>
                </a:extLst>
              </a:tr>
              <a:tr h="103545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Ridge Regression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 stable fit; minimal gap.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Very stable; high accuracy.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Best R^2 / Lowest RMSE.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Most robust and stable generalizer.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728675534"/>
                  </a:ext>
                </a:extLst>
              </a:tr>
              <a:tr h="103545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Linear Regression (OLS)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Good baseline; low gap.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Solid, reliable accuracy.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Good baseline fit.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Reliable linear performance.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200943619"/>
                  </a:ext>
                </a:extLst>
              </a:tr>
              <a:tr h="103545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Neural Network (MLP)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Lowest Test $R^2$.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Weakest performance.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Acceptable, but complex.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Acceptable, but requires tuning.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698500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529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A135-D18D-95DD-F70E-B86389C3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AFA347-5F63-8280-F914-739EDBCF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2B34F-29F4-69CA-07D6-E453A127BB1F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Models Validations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DE13C3-BCCD-B165-F4A0-33E55B930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945462"/>
              </p:ext>
            </p:extLst>
          </p:nvPr>
        </p:nvGraphicFramePr>
        <p:xfrm>
          <a:off x="838200" y="2602930"/>
          <a:ext cx="10515600" cy="1584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450196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288191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81762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078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606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969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5654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15A21F-251D-2CAB-B3B1-1B836A569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531251"/>
              </p:ext>
            </p:extLst>
          </p:nvPr>
        </p:nvGraphicFramePr>
        <p:xfrm>
          <a:off x="270591" y="867747"/>
          <a:ext cx="11402004" cy="5300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668">
                  <a:extLst>
                    <a:ext uri="{9D8B030D-6E8A-4147-A177-3AD203B41FA5}">
                      <a16:colId xmlns:a16="http://schemas.microsoft.com/office/drawing/2014/main" val="2902586564"/>
                    </a:ext>
                  </a:extLst>
                </a:gridCol>
                <a:gridCol w="3800668">
                  <a:extLst>
                    <a:ext uri="{9D8B030D-6E8A-4147-A177-3AD203B41FA5}">
                      <a16:colId xmlns:a16="http://schemas.microsoft.com/office/drawing/2014/main" val="3137302830"/>
                    </a:ext>
                  </a:extLst>
                </a:gridCol>
                <a:gridCol w="3800668">
                  <a:extLst>
                    <a:ext uri="{9D8B030D-6E8A-4147-A177-3AD203B41FA5}">
                      <a16:colId xmlns:a16="http://schemas.microsoft.com/office/drawing/2014/main" val="1464160523"/>
                    </a:ext>
                  </a:extLst>
                </a:gridCol>
              </a:tblGrid>
              <a:tr h="78150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Validation Type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Purpose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Finding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92021016"/>
                  </a:ext>
                </a:extLst>
              </a:tr>
              <a:tr h="108203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Cross-Validation (5-Fold)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Estimate model stability and variance.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Confirmed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Ridge Regression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are highly stable.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899257422"/>
                  </a:ext>
                </a:extLst>
              </a:tr>
              <a:tr h="203676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Generalization Gap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Detect Overfitting.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All models, except the initial Neural Network, showed strong generalization (low Test error). Random Forest showed a slight, manageable generalization gap.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184100097"/>
                  </a:ext>
                </a:extLst>
              </a:tr>
              <a:tr h="140027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Baseline Metrics (RAE &amp; R²)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Confirm model utility over simple methods.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All optimized models demonstrated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 Test </a:t>
                      </a: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R²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(&gt;= 0.8)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</a:t>
                      </a: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RAE &lt;1.0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confirming their predictive utility.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310043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277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73CA-EFDF-DE20-F70C-9B23B251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0634FF-C037-58A0-C233-C98B3D67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33FCEF-75CB-24B8-EE13-BA3683B7D706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CF3D9-C1A6-6D56-25BE-5C11EB93871A}"/>
              </a:ext>
            </a:extLst>
          </p:cNvPr>
          <p:cNvSpPr txBox="1"/>
          <p:nvPr/>
        </p:nvSpPr>
        <p:spPr>
          <a:xfrm>
            <a:off x="923731" y="2136710"/>
            <a:ext cx="986245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Machine Learning Effectiveness-</a:t>
            </a:r>
            <a:r>
              <a:rPr lang="en-US" sz="2000" dirty="0"/>
              <a:t> Models successfully predicted Ni–Cr mechanical properties (UTS, Yield Strength, E) with strong accuracy..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High Predictive Power - </a:t>
            </a:r>
            <a:r>
              <a:rPr lang="en-US" sz="2000" dirty="0"/>
              <a:t>Achieved high R² values, confirming model reliability.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Data Source Validation -</a:t>
            </a:r>
            <a:r>
              <a:rPr lang="en-US" sz="2000" dirty="0"/>
              <a:t> Validated that data generated from </a:t>
            </a:r>
            <a:r>
              <a:rPr lang="en-US" sz="2000" b="1" dirty="0"/>
              <a:t>Molecular Dynamics (MD) simulations</a:t>
            </a:r>
            <a:r>
              <a:rPr lang="en-US" sz="2000" dirty="0"/>
              <a:t> is effective and reliable.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Best Performer Identified -</a:t>
            </a:r>
            <a:r>
              <a:rPr lang="en-US" sz="2000" dirty="0"/>
              <a:t> </a:t>
            </a:r>
            <a:r>
              <a:rPr lang="en-US" sz="2000" b="1" dirty="0"/>
              <a:t>Random Forest</a:t>
            </a:r>
            <a:r>
              <a:rPr lang="en-US" sz="2000" dirty="0"/>
              <a:t> showed the highest overall predictive accuracy and interpretability among the tested models.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2000" dirty="0"/>
          </a:p>
        </p:txBody>
      </p:sp>
      <p:pic>
        <p:nvPicPr>
          <p:cNvPr id="12298" name="Picture 10" descr="Premium Photo | Word Conclusion on torn paper Business concept | Presentation slides design, Torn paper, Slides design">
            <a:extLst>
              <a:ext uri="{FF2B5EF4-FFF2-40B4-BE49-F238E27FC236}">
                <a16:creationId xmlns:a16="http://schemas.microsoft.com/office/drawing/2014/main" id="{C3197244-E4EF-5DEB-735B-461BDBF74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869" y="804980"/>
            <a:ext cx="2244429" cy="109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774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DE3B-9561-493E-0B03-673B6B30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F0DC17-2CAC-5EFA-F662-C5176D1B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877" y="6404419"/>
            <a:ext cx="620843" cy="365125"/>
          </a:xfrm>
        </p:spPr>
        <p:txBody>
          <a:bodyPr/>
          <a:lstStyle/>
          <a:p>
            <a:fld id="{8FBEC28E-4BEC-434E-A174-17C0E8C4B2B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0883A-217B-575E-86E2-F9E85C979C91}"/>
              </a:ext>
            </a:extLst>
          </p:cNvPr>
          <p:cNvSpPr txBox="1"/>
          <p:nvPr/>
        </p:nvSpPr>
        <p:spPr>
          <a:xfrm>
            <a:off x="542078" y="84181"/>
            <a:ext cx="5818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3EF1E-4221-C6D4-BAF6-0BA618D031A2}"/>
              </a:ext>
            </a:extLst>
          </p:cNvPr>
          <p:cNvSpPr txBox="1"/>
          <p:nvPr/>
        </p:nvSpPr>
        <p:spPr>
          <a:xfrm>
            <a:off x="923731" y="2192694"/>
            <a:ext cx="986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D230E-01CE-4005-A418-A24A9D7379F5}"/>
              </a:ext>
            </a:extLst>
          </p:cNvPr>
          <p:cNvSpPr txBox="1"/>
          <p:nvPr/>
        </p:nvSpPr>
        <p:spPr>
          <a:xfrm>
            <a:off x="1819469" y="1754155"/>
            <a:ext cx="84348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Machine Learning Algorithms:</a:t>
            </a:r>
            <a:r>
              <a:rPr lang="en-US" sz="2000" dirty="0"/>
              <a:t> </a:t>
            </a:r>
          </a:p>
          <a:p>
            <a:r>
              <a:rPr lang="en-US" sz="2000" dirty="0"/>
              <a:t> 	Pedregosa, F. </a:t>
            </a:r>
            <a:r>
              <a:rPr lang="en-US" sz="2000" i="1" dirty="0"/>
              <a:t>et al.</a:t>
            </a:r>
            <a:r>
              <a:rPr lang="en-US" sz="2000" dirty="0"/>
              <a:t>, “Scikit-learn: Machine Learning in Python,” </a:t>
            </a:r>
            <a:r>
              <a:rPr lang="en-US" sz="2000" i="1" dirty="0"/>
              <a:t>J. 	Mach.  Learn. Res.</a:t>
            </a:r>
            <a:r>
              <a:rPr lang="en-US" sz="2000" dirty="0"/>
              <a:t>, 2011.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Random Forest Foundation: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 	Breiman, L. “Random Forests,” </a:t>
            </a:r>
            <a:r>
              <a:rPr lang="en-US" sz="2000" i="1" dirty="0"/>
              <a:t>Machine Learning</a:t>
            </a:r>
            <a:r>
              <a:rPr lang="en-US" sz="2000" dirty="0"/>
              <a:t>, 45(1), 5–32, 2001.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MD Simulation Data Source:  </a:t>
            </a:r>
            <a:r>
              <a:rPr lang="en-IN" sz="2000" b="1" dirty="0">
                <a:hlinkClick r:id="rId2"/>
              </a:rPr>
              <a:t>MD Simulation Github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Project Github Repo: 	</a:t>
            </a:r>
            <a:r>
              <a:rPr lang="en-IN" sz="2000" dirty="0">
                <a:hlinkClick r:id="rId3"/>
              </a:rPr>
              <a:t>MLMI_Project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62604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21322</TotalTime>
  <Words>1194</Words>
  <Application>Microsoft Office PowerPoint</Application>
  <PresentationFormat>Widescreen</PresentationFormat>
  <Paragraphs>235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Google Sans Text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Vijay Choyal</dc:creator>
  <cp:lastModifiedBy>CHANDU CHERUPALLY</cp:lastModifiedBy>
  <cp:revision>47</cp:revision>
  <dcterms:created xsi:type="dcterms:W3CDTF">2023-04-12T16:28:37Z</dcterms:created>
  <dcterms:modified xsi:type="dcterms:W3CDTF">2025-11-11T17:20:56Z</dcterms:modified>
</cp:coreProperties>
</file>